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3.xml" ContentType="application/vnd.openxmlformats-officedocument.theme+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60" r:id="rId1"/>
  </p:sldMasterIdLst>
  <p:notesMasterIdLst>
    <p:notesMasterId r:id="rId2"/>
  </p:notesMasterIdLst>
  <p:sldIdLst>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Lst>
  <p:sldSz type="custom" cy="6858000" cx="12192000"/>
  <p:notesSz cx="6858000" cy="9144000"/>
  <p:defaultTextStyle>
    <a:lvl1pPr algn="l" fontAlgn="base" indent="0" latinLnBrk="1" marL="0" rtl="0">
      <a:lnSpc>
        <a:spcPct val="100000"/>
      </a:lnSpc>
      <a:spcBef>
        <a:spcPct val="0"/>
      </a:spcBef>
      <a:spcAft>
        <a:spcPct val="0"/>
      </a:spcAft>
      <a:buFontTx/>
      <a:buNone/>
      <a:defRPr baseline="0" b="0" sz="1400" i="0" u="none">
        <a:solidFill>
          <a:srgbClr val="000000"/>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400" i="0" u="none">
        <a:solidFill>
          <a:srgbClr val="000000"/>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400" i="0" u="none">
        <a:solidFill>
          <a:srgbClr val="000000"/>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400" i="0" u="none">
        <a:solidFill>
          <a:srgbClr val="000000"/>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400" i="0" u="none">
        <a:solidFill>
          <a:srgbClr val="000000"/>
        </a:solidFill>
        <a:latin typeface="Arial" pitchFamily="34" charset="0"/>
        <a:ea typeface="Arial" pitchFamily="34" charset="0"/>
        <a:sym typeface="Arial" pitchFamily="34"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restored" preferSingleView="0">
    <p:restoredLeft sz="15263" autoAdjust="0"/>
    <p:restoredTop sz="94580" autoAdjust="0"/>
  </p:normalViewPr>
  <p:slideViewPr>
    <p:cSldViewPr showGuides="0" snapToGrid="0" snapToObjects="1">
      <p:cViewPr varScale="0">
        <p:scale>
          <a:sx n="66" d="100"/>
          <a:sy n="66" d="100"/>
        </p:scale>
        <p:origin x="-876" y="-204"/>
      </p:cViewPr>
      <p:guideLst>
        <p:guide orient="horz" pos="2160"/>
        <p:guide orient="vert" pos="384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tableStyles" Target="tableStyles.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85" name=""/>
        <p:cNvGrpSpPr/>
        <p:nvPr/>
      </p:nvGrpSpPr>
      <p:grpSpPr>
        <a:xfrm rot="0">
          <a:off x="0" y="0"/>
          <a:ext cx="0" cy="0"/>
          <a:chOff x="0" y="0"/>
          <a:chExt cx="0" cy="0"/>
        </a:xfrm>
      </p:grpSpPr>
      <p:sp>
        <p:nvSpPr>
          <p:cNvPr id="1048688" name=""/>
          <p:cNvSpPr/>
          <p:nvPr>
            <p:ph type="sldImg" sz="full" idx="2"/>
          </p:nvPr>
        </p:nvSpPr>
        <p:spPr bwMode="auto">
          <a:xfrm rot="0">
            <a:off x="381000" y="685800"/>
            <a:ext cx="6096000" cy="3429000"/>
          </a:xfrm>
          <a:custGeom>
            <a:avLst/>
            <a:gdLst>
              <a:gd name="l" fmla="*/ 0 w 120000"/>
              <a:gd name="t" fmla="*/ 0 h 120000"/>
              <a:gd name="r" fmla="*/ 120000 w 120000"/>
              <a:gd name="b" fmla="*/ 120000 h 120000"/>
            </a:gdLst>
            <a:ahLst/>
            <a:rect l="l" t="t" r="r" b="b"/>
            <a:pathLst>
              <a:path w="120000" h="120000">
                <a:moveTo>
                  <a:pt x="0" y="0"/>
                </a:moveTo>
                <a:lnTo>
                  <a:pt x="120000" y="0"/>
                </a:lnTo>
                <a:lnTo>
                  <a:pt x="120000" y="120000"/>
                </a:lnTo>
                <a:lnTo>
                  <a:pt x="0" y="120000"/>
                </a:lnTo>
                <a:lnTo>
                  <a:pt x="0" y="0"/>
                </a:lnTo>
              </a:path>
            </a:pathLst>
          </a:custGeom>
          <a:noFill/>
          <a:ln w="9525" cap="flat" cmpd="sng">
            <a:solidFill>
              <a:srgbClr val="000000">
                <a:alpha val="100000"/>
              </a:srgbClr>
            </a:solidFill>
            <a:prstDash val="solid"/>
            <a:round/>
          </a:ln>
        </p:spPr>
        <p:txBody>
          <a:bodyPr anchor="t" bIns="45720" lIns="91440" rIns="91440" tIns="45720" vert="horz"/>
          <a:p/>
        </p:txBody>
      </p:sp>
      <p:sp>
        <p:nvSpPr>
          <p:cNvPr id="1048689" name=""/>
          <p:cNvSpPr txBox="1"/>
          <p:nvPr>
            <p:ph type="body" sz="full" idx="1"/>
          </p:nvPr>
        </p:nvSpPr>
        <p:spPr>
          <a:xfrm rot="0">
            <a:off x="685800" y="4343400"/>
            <a:ext cx="5486400" cy="4114800"/>
          </a:xfrm>
          <a:prstGeom prst="rect"/>
          <a:noFill/>
          <a:ln>
            <a:noFill/>
          </a:ln>
        </p:spPr>
        <p:txBody>
          <a:bodyPr anchor="t" bIns="91425" lIns="91425" rIns="91425" tIns="91425" vert="horz"/>
          <a:p>
            <a:pPr lvl="0"/>
            <a:endParaRPr altLang="en-US" lang="en-US"/>
          </a:p>
        </p:txBody>
      </p:sp>
    </p:spTree>
  </p:cSld>
  <p:clrMap accent1="dk1" accent2="dk1" accent3="dk1" accent4="dk1" accent5="dk1" accent6="dk1" bg1="dk1" bg2="dk1" tx1="dk1" tx2="dk1" hlink="dk1" folHlink="dk1"/>
  <p:notesStyle>
    <a:lvl1pPr algn="l" fontAlgn="base" indent="0" latinLnBrk="1" marL="0" rtl="0">
      <a:lnSpc>
        <a:spcPct val="100000"/>
      </a:lnSpc>
      <a:spcBef>
        <a:spcPct val="30000"/>
      </a:spcBef>
      <a:spcAft>
        <a:spcPct val="0"/>
      </a:spcAft>
      <a:buFontTx/>
      <a:buNone/>
      <a:defRPr baseline="0" b="0" sz="1200" i="0" u="none">
        <a:solidFill>
          <a:schemeClr val="dk1"/>
        </a:solidFill>
        <a:latin typeface="Arial" pitchFamily="34" charset="0"/>
        <a:sym typeface="Arial" pitchFamily="34" charset="0"/>
      </a:defRPr>
    </a:lvl1pPr>
    <a:lvl2pPr algn="l" fontAlgn="base" indent="-285750" latinLnBrk="1" marL="742950" rtl="0">
      <a:lnSpc>
        <a:spcPct val="100000"/>
      </a:lnSpc>
      <a:spcBef>
        <a:spcPct val="30000"/>
      </a:spcBef>
      <a:spcAft>
        <a:spcPct val="0"/>
      </a:spcAft>
      <a:buFontTx/>
      <a:buNone/>
      <a:defRPr baseline="0" b="0" sz="1200" i="0" u="none">
        <a:solidFill>
          <a:schemeClr val="dk1"/>
        </a:solidFill>
        <a:latin typeface="Arial" pitchFamily="34" charset="0"/>
        <a:sym typeface="Arial" pitchFamily="34" charset="0"/>
      </a:defRPr>
    </a:lvl2pPr>
    <a:lvl3pPr algn="l" fontAlgn="base" indent="-228600" latinLnBrk="1" marL="1143000" rtl="0">
      <a:lnSpc>
        <a:spcPct val="100000"/>
      </a:lnSpc>
      <a:spcBef>
        <a:spcPct val="30000"/>
      </a:spcBef>
      <a:spcAft>
        <a:spcPct val="0"/>
      </a:spcAft>
      <a:buFontTx/>
      <a:buNone/>
      <a:defRPr baseline="0" b="0" sz="1200" i="0" u="none">
        <a:solidFill>
          <a:schemeClr val="dk1"/>
        </a:solidFill>
        <a:latin typeface="Arial" pitchFamily="34" charset="0"/>
        <a:sym typeface="Arial" pitchFamily="34" charset="0"/>
      </a:defRPr>
    </a:lvl3pPr>
    <a:lvl4pPr algn="l" fontAlgn="base" indent="-228600" latinLnBrk="1" marL="1600200" rtl="0">
      <a:lnSpc>
        <a:spcPct val="100000"/>
      </a:lnSpc>
      <a:spcBef>
        <a:spcPct val="30000"/>
      </a:spcBef>
      <a:spcAft>
        <a:spcPct val="0"/>
      </a:spcAft>
      <a:buFontTx/>
      <a:buNone/>
      <a:defRPr baseline="0" b="0" sz="1200" i="0" u="none">
        <a:solidFill>
          <a:schemeClr val="dk1"/>
        </a:solidFill>
        <a:latin typeface="Arial" pitchFamily="34" charset="0"/>
        <a:sym typeface="Arial" pitchFamily="34" charset="0"/>
      </a:defRPr>
    </a:lvl4pPr>
    <a:lvl5pPr algn="l" fontAlgn="base" indent="-228600" latinLnBrk="1" marL="2057400" rtl="0">
      <a:lnSpc>
        <a:spcPct val="100000"/>
      </a:lnSpc>
      <a:spcBef>
        <a:spcPct val="30000"/>
      </a:spcBef>
      <a:spcAft>
        <a:spcPct val="0"/>
      </a:spcAft>
      <a:buFontTx/>
      <a:buNone/>
      <a:defRPr baseline="0" b="0" sz="1200" i="0" u="none">
        <a:solidFill>
          <a:schemeClr val="dk1"/>
        </a:solidFill>
        <a:latin typeface="Arial" pitchFamily="34" charset="0"/>
        <a:sym typeface="Arial" pitchFamily="34" charset="0"/>
      </a:defRPr>
    </a:lvl5pPr>
  </p:notesStyle>
</p:notesMaster>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23" name=""/>
        <p:cNvGrpSpPr/>
        <p:nvPr/>
      </p:nvGrpSpPr>
      <p:grpSpPr>
        <a:xfrm rot="0">
          <a:off x="0" y="0"/>
          <a:ext cx="0" cy="0"/>
          <a:chOff x="0" y="0"/>
          <a:chExt cx="0" cy="0"/>
        </a:xfrm>
      </p:grpSpPr>
      <p:sp>
        <p:nvSpPr>
          <p:cNvPr id="1048582" name=""/>
          <p:cNvSpPr/>
          <p:nvPr/>
        </p:nvSpPr>
        <p:spPr>
          <a:xfrm rot="0">
            <a:off x="0" y="0"/>
            <a:ext cx="12192000" cy="2933700"/>
          </a:xfrm>
          <a:prstGeom prst="rect"/>
          <a:solidFill>
            <a:schemeClr val="lt1"/>
          </a:solid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lang="en-US">
              <a:solidFill>
                <a:srgbClr val="FFFFFF"/>
              </a:solidFill>
              <a:latin typeface="Garamond" pitchFamily="18" charset="0"/>
            </a:endParaRPr>
          </a:p>
        </p:txBody>
      </p:sp>
      <p:cxnSp>
        <p:nvCxnSpPr>
          <p:cNvPr id="3145729" name=""/>
          <p:cNvCxnSpPr>
            <a:cxnSpLocks/>
          </p:cNvCxnSpPr>
          <p:nvPr/>
        </p:nvCxnSpPr>
        <p:spPr>
          <a:xfrm rot="0">
            <a:off x="0" y="2925762"/>
            <a:ext cx="12192000" cy="1587"/>
          </a:xfrm>
          <a:prstGeom prst="line"/>
          <a:noFill/>
          <a:ln w="12700" cap="flat" cmpd="sng">
            <a:solidFill>
              <a:schemeClr val="accent1">
                <a:alpha val="100000"/>
              </a:schemeClr>
            </a:solidFill>
            <a:prstDash val="solid"/>
            <a:round/>
          </a:ln>
        </p:spPr>
      </p:cxnSp>
      <p:sp>
        <p:nvSpPr>
          <p:cNvPr id="1048583" name=""/>
          <p:cNvSpPr/>
          <p:nvPr/>
        </p:nvSpPr>
        <p:spPr>
          <a:xfrm rot="0">
            <a:off x="3352800" y="2362200"/>
            <a:ext cx="5486400" cy="112712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eaLnBrk="1" hangingPunct="1" latinLnBrk="1" lvl="0">
              <a:spcBef>
                <a:spcPts val="400"/>
              </a:spcBef>
            </a:pPr>
            <a:endParaRPr altLang="en-US" b="1" sz="1800" lang="en-US">
              <a:solidFill>
                <a:schemeClr val="lt1"/>
              </a:solidFill>
              <a:latin typeface="Garamond" pitchFamily="18" charset="0"/>
              <a:ea typeface="Tunga" pitchFamily="0" charset="1"/>
            </a:endParaRPr>
          </a:p>
        </p:txBody>
      </p:sp>
      <p:sp>
        <p:nvSpPr>
          <p:cNvPr id="1048586" name=""/>
          <p:cNvSpPr/>
          <p:nvPr>
            <p:ph type="dt" sz="half" idx="2"/>
          </p:nvPr>
        </p:nvSpPr>
        <p:spPr bwMode="black">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7"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88"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
        <p:nvSpPr>
          <p:cNvPr id="1048590" name="Title 11"/>
          <p:cNvSpPr>
            <a:spLocks noGrp="1"/>
          </p:cNvSpPr>
          <p:nvPr>
            <p:ph type="title"/>
          </p:nvPr>
        </p:nvSpPr>
        <p:spPr>
          <a:xfrm>
            <a:off x="3420534" y="2397760"/>
            <a:ext cx="5350933" cy="599440"/>
          </a:xfrm>
          <a:noFill/>
          <a:ln>
            <a:noFill/>
          </a:ln>
        </p:spPr>
        <p:txBody>
          <a:bodyPr anchor="b" bIns="0"/>
          <a:lstStyle>
            <a:lvl1pPr>
              <a:defRPr>
                <a:effectLst>
                  <a:glow rad="88900">
                    <a:schemeClr val="tx1">
                      <a:alpha val="60000"/>
                    </a:schemeClr>
                  </a:glow>
                </a:effectLst>
              </a:defRPr>
            </a:lvl1pPr>
          </a:lstStyle>
          <a:p>
            <a:r>
              <a:rPr lang="en-US" smtClean="0"/>
              <a:t>Click to edit Master title style</a:t>
            </a:r>
            <a:endParaRPr dirty="0" lang="en-US"/>
          </a:p>
        </p:txBody>
      </p:sp>
      <p:sp>
        <p:nvSpPr>
          <p:cNvPr id="1048589" name="Subtitle 2"/>
          <p:cNvSpPr>
            <a:spLocks noGrp="1"/>
          </p:cNvSpPr>
          <p:nvPr>
            <p:ph type="subTitle" idx="1"/>
          </p:nvPr>
        </p:nvSpPr>
        <p:spPr>
          <a:xfrm>
            <a:off x="3420534" y="3045461"/>
            <a:ext cx="5350933" cy="428625"/>
          </a:xfrm>
        </p:spPr>
        <p:txBody>
          <a:bodyPr anchor="t" tIns="0">
            <a:noAutofit/>
          </a:bodyPr>
          <a:lstStyle>
            <a:lvl1pPr algn="ctr" indent="0" marL="0">
              <a:buNone/>
              <a:defRPr baseline="0" b="0" cap="none" sz="1600" i="0" spc="0">
                <a:solidFill>
                  <a:schemeClr val="bg1">
                    <a:lumMod val="75000"/>
                    <a:lumOff val="2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dirty="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4" name=""/>
        <p:cNvGrpSpPr/>
        <p:nvPr/>
      </p:nvGrpSpPr>
      <p:grpSpPr>
        <a:xfrm>
          <a:off x="0" y="0"/>
          <a:ext cx="0" cy="0"/>
          <a:chOff x="0" y="0"/>
          <a:chExt cx="0" cy="0"/>
        </a:xfrm>
      </p:grpSpPr>
      <p:sp>
        <p:nvSpPr>
          <p:cNvPr id="1048593" name="Content Placeholder 30"/>
          <p:cNvSpPr>
            <a:spLocks noGrp="1"/>
          </p:cNvSpPr>
          <p:nvPr>
            <p:ph sz="quarter" idx="13"/>
          </p:nvPr>
        </p:nvSpPr>
        <p:spPr>
          <a:xfrm>
            <a:off x="609600" y="2020824"/>
            <a:ext cx="10972800" cy="4075176"/>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594" name="Title 8"/>
          <p:cNvSpPr>
            <a:spLocks noGrp="1"/>
          </p:cNvSpPr>
          <p:nvPr>
            <p:ph type="title"/>
          </p:nvPr>
        </p:nvSpPr>
        <p:spPr/>
        <p:txBody>
          <a:bodyPr/>
          <a:p>
            <a:r>
              <a:rPr lang="en-US" smtClean="0"/>
              <a:t>Click to edit Master title style</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6" name=""/>
        <p:cNvGrpSpPr/>
        <p:nvPr/>
      </p:nvGrpSpPr>
      <p:grpSpPr>
        <a:xfrm rot="0">
          <a:off x="0" y="0"/>
          <a:ext cx="0" cy="0"/>
          <a:chOff x="0" y="0"/>
          <a:chExt cx="0" cy="0"/>
        </a:xfrm>
      </p:grpSpPr>
      <p:sp>
        <p:nvSpPr>
          <p:cNvPr id="1048665" name=""/>
          <p:cNvSpPr/>
          <p:nvPr/>
        </p:nvSpPr>
        <p:spPr>
          <a:xfrm rot="0">
            <a:off x="0" y="3922712"/>
            <a:ext cx="12192000" cy="2935287"/>
          </a:xfrm>
          <a:prstGeom prst="rect"/>
          <a:solidFill>
            <a:schemeClr val="lt1"/>
          </a:solid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lang="en-US">
              <a:solidFill>
                <a:srgbClr val="FFFFFF"/>
              </a:solidFill>
              <a:latin typeface="Garamond" pitchFamily="18" charset="0"/>
            </a:endParaRPr>
          </a:p>
        </p:txBody>
      </p:sp>
      <p:cxnSp>
        <p:nvCxnSpPr>
          <p:cNvPr id="3145731" name=""/>
          <p:cNvCxnSpPr>
            <a:cxnSpLocks/>
          </p:cNvCxnSpPr>
          <p:nvPr/>
        </p:nvCxnSpPr>
        <p:spPr>
          <a:xfrm rot="0">
            <a:off x="0" y="3921125"/>
            <a:ext cx="12192000" cy="1587"/>
          </a:xfrm>
          <a:prstGeom prst="line"/>
          <a:noFill/>
          <a:ln w="12700" cap="flat" cmpd="sng">
            <a:solidFill>
              <a:srgbClr val="353537">
                <a:alpha val="100000"/>
              </a:srgbClr>
            </a:solidFill>
            <a:prstDash val="solid"/>
            <a:round/>
          </a:ln>
        </p:spPr>
      </p:cxnSp>
      <p:sp>
        <p:nvSpPr>
          <p:cNvPr id="1048666" name=""/>
          <p:cNvSpPr/>
          <p:nvPr/>
        </p:nvSpPr>
        <p:spPr>
          <a:xfrm rot="0">
            <a:off x="3352800" y="3368675"/>
            <a:ext cx="5486400" cy="112712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eaLnBrk="1" hangingPunct="1" latinLnBrk="1" lvl="0">
              <a:spcBef>
                <a:spcPts val="400"/>
              </a:spcBef>
            </a:pPr>
            <a:endParaRPr altLang="en-US" b="1" sz="1800" lang="en-US">
              <a:solidFill>
                <a:schemeClr val="lt1"/>
              </a:solidFill>
              <a:latin typeface="Garamond" pitchFamily="18" charset="0"/>
              <a:ea typeface="Tunga" pitchFamily="0" charset="1"/>
            </a:endParaRPr>
          </a:p>
        </p:txBody>
      </p:sp>
      <p:sp>
        <p:nvSpPr>
          <p:cNvPr id="1048669"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67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671"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
        <p:nvSpPr>
          <p:cNvPr id="1048673" name="Subtitle 2"/>
          <p:cNvSpPr>
            <a:spLocks noGrp="1"/>
          </p:cNvSpPr>
          <p:nvPr>
            <p:ph type="subTitle" idx="1"/>
          </p:nvPr>
        </p:nvSpPr>
        <p:spPr bwMode="black">
          <a:xfrm>
            <a:off x="3358057" y="4084577"/>
            <a:ext cx="5475889" cy="397094"/>
          </a:xfrm>
        </p:spPr>
        <p:txBody>
          <a:bodyPr anchor="t" anchorCtr="0" tIns="0"/>
          <a:lstStyle>
            <a:lvl1pPr algn="ctr" indent="0" marL="0">
              <a:buNone/>
              <a:defRPr baseline="0" b="0" cap="none" dirty="0" sz="1600" i="0" kern="1200" kumimoji="0" lang="en-US" noProof="0" normalizeH="0" spc="0" strike="noStrike" u="none">
                <a:ln>
                  <a:noFill/>
                </a:ln>
                <a:solidFill>
                  <a:schemeClr val="bg1"/>
                </a:solidFill>
                <a:effectLst/>
                <a:uLnTx/>
                <a:uFillTx/>
                <a:latin typeface="+mn-lt"/>
                <a:ea typeface="+mn-ea"/>
                <a:cs typeface="Tahoma" pitchFamily="34" charset="0"/>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dirty="0" lang="en-US"/>
          </a:p>
        </p:txBody>
      </p:sp>
      <p:sp>
        <p:nvSpPr>
          <p:cNvPr id="1048672" name="Title Placeholder 1"/>
          <p:cNvSpPr>
            <a:spLocks noGrp="1"/>
          </p:cNvSpPr>
          <p:nvPr>
            <p:ph type="title"/>
          </p:nvPr>
        </p:nvSpPr>
        <p:spPr bwMode="black">
          <a:xfrm>
            <a:off x="3372070" y="3367247"/>
            <a:ext cx="5447863" cy="706821"/>
          </a:xfrm>
          <a:prstGeom prst="rect"/>
          <a:noFill/>
          <a:ln w="98425" cmpd="thinThick">
            <a:noFill/>
            <a:miter lim="800000"/>
          </a:ln>
        </p:spPr>
        <p:txBody>
          <a:bodyPr anchor="b" bIns="0"/>
          <a:lstStyle>
            <a:lvl1pPr>
              <a:defRPr baseline="0" b="1" cap="all" dirty="0" sz="1800" i="0" kern="1200" kumimoji="0" lang="en-US" noProof="0" normalizeH="0" spc="0" strike="noStrike" u="none" smtClean="0">
                <a:ln>
                  <a:noFill/>
                </a:ln>
                <a:solidFill>
                  <a:schemeClr val="bg1"/>
                </a:solidFill>
                <a:effectLst/>
                <a:uLnTx/>
                <a:uFillTx/>
                <a:latin typeface="+mj-lt"/>
                <a:ea typeface="+mj-ea"/>
                <a:cs typeface="Tunga" pitchFamily="2"/>
              </a:defRPr>
            </a:lvl1pPr>
          </a:lstStyle>
          <a:p>
            <a:r>
              <a:rPr lang="en-US" smtClean="0"/>
              <a:t>Click to edit Master title style</a:t>
            </a:r>
            <a:endParaRPr dirty="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0" name=""/>
        <p:cNvGrpSpPr/>
        <p:nvPr/>
      </p:nvGrpSpPr>
      <p:grpSpPr>
        <a:xfrm>
          <a:off x="0" y="0"/>
          <a:ext cx="0" cy="0"/>
          <a:chOff x="0" y="0"/>
          <a:chExt cx="0" cy="0"/>
        </a:xfrm>
      </p:grpSpPr>
      <p:sp>
        <p:nvSpPr>
          <p:cNvPr id="1048606" name="Content Placeholder 30"/>
          <p:cNvSpPr>
            <a:spLocks noGrp="1"/>
          </p:cNvSpPr>
          <p:nvPr>
            <p:ph sz="quarter" idx="13"/>
          </p:nvPr>
        </p:nvSpPr>
        <p:spPr>
          <a:xfrm>
            <a:off x="609601" y="2020824"/>
            <a:ext cx="5364480" cy="400507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07" name="Content Placeholder 30"/>
          <p:cNvSpPr>
            <a:spLocks noGrp="1"/>
          </p:cNvSpPr>
          <p:nvPr>
            <p:ph sz="quarter" idx="14"/>
          </p:nvPr>
        </p:nvSpPr>
        <p:spPr>
          <a:xfrm>
            <a:off x="6217920" y="2020824"/>
            <a:ext cx="5364480" cy="400507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08" name="Title 15"/>
          <p:cNvSpPr>
            <a:spLocks noGrp="1"/>
          </p:cNvSpPr>
          <p:nvPr>
            <p:ph type="title"/>
          </p:nvPr>
        </p:nvSpPr>
        <p:spPr/>
        <p:txBody>
          <a:bodyPr/>
          <a:p>
            <a:r>
              <a:rPr lang="en-US" smtClean="0"/>
              <a:t>Click to edit Master title style</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82" name=""/>
        <p:cNvGrpSpPr/>
        <p:nvPr/>
      </p:nvGrpSpPr>
      <p:grpSpPr>
        <a:xfrm>
          <a:off x="0" y="0"/>
          <a:ext cx="0" cy="0"/>
          <a:chOff x="0" y="0"/>
          <a:chExt cx="0" cy="0"/>
        </a:xfrm>
      </p:grpSpPr>
      <p:sp>
        <p:nvSpPr>
          <p:cNvPr id="1048682" name="Content Placeholder 30"/>
          <p:cNvSpPr>
            <a:spLocks noGrp="1"/>
          </p:cNvSpPr>
          <p:nvPr>
            <p:ph sz="quarter" idx="13"/>
          </p:nvPr>
        </p:nvSpPr>
        <p:spPr>
          <a:xfrm>
            <a:off x="609601" y="2819400"/>
            <a:ext cx="5364480" cy="3209544"/>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83" name="Content Placeholder 30"/>
          <p:cNvSpPr>
            <a:spLocks noGrp="1"/>
          </p:cNvSpPr>
          <p:nvPr>
            <p:ph sz="quarter" idx="14"/>
          </p:nvPr>
        </p:nvSpPr>
        <p:spPr>
          <a:xfrm>
            <a:off x="6217920" y="2816352"/>
            <a:ext cx="5364480" cy="3209544"/>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84" name="Text Placeholder 3"/>
          <p:cNvSpPr>
            <a:spLocks noGrp="1"/>
          </p:cNvSpPr>
          <p:nvPr>
            <p:ph type="body" sz="half" idx="2"/>
          </p:nvPr>
        </p:nvSpPr>
        <p:spPr>
          <a:xfrm>
            <a:off x="609600" y="2020824"/>
            <a:ext cx="5364480" cy="704088"/>
          </a:xfrm>
          <a:noFill/>
          <a:ln w="98425" cmpd="thinThick">
            <a:noFill/>
            <a:miter lim="800000"/>
          </a:ln>
        </p:spPr>
        <p:txBody>
          <a:bodyPr anchor="ctr" anchorCtr="0"/>
          <a:lstStyle>
            <a:lvl1pPr algn="ctr" defTabSz="914400" eaLnBrk="1" hangingPunct="1" indent="0" latinLnBrk="0" marL="0" rtl="0">
              <a:spcBef>
                <a:spcPts val="400"/>
              </a:spcBef>
              <a:buNone/>
              <a:defRPr baseline="0" b="1" cap="none" sz="1800" kern="1200" lang="en-US" spc="200" smtClean="0">
                <a:solidFill>
                  <a:schemeClr val="tx1"/>
                </a:solidFill>
                <a:latin typeface="+mj-lt"/>
                <a:ea typeface="+mj-ea"/>
                <a:cs typeface="Tunga" pitchFamily="2"/>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85" name="Text Placeholder 3"/>
          <p:cNvSpPr>
            <a:spLocks noGrp="1"/>
          </p:cNvSpPr>
          <p:nvPr>
            <p:ph type="body" sz="half" idx="15"/>
          </p:nvPr>
        </p:nvSpPr>
        <p:spPr>
          <a:xfrm>
            <a:off x="6217920" y="2020824"/>
            <a:ext cx="5364480" cy="704088"/>
          </a:xfrm>
          <a:noFill/>
          <a:ln w="98425" cmpd="thinThick">
            <a:noFill/>
            <a:miter lim="800000"/>
          </a:ln>
        </p:spPr>
        <p:txBody>
          <a:bodyPr anchor="ctr" anchorCtr="0"/>
          <a:lstStyle>
            <a:lvl1pPr algn="ctr" defTabSz="914400" eaLnBrk="1" hangingPunct="1" indent="0" latinLnBrk="0" marL="0" rtl="0">
              <a:spcBef>
                <a:spcPts val="400"/>
              </a:spcBef>
              <a:buNone/>
              <a:defRPr baseline="0" b="1" cap="none" dirty="0" sz="1800" i="0" kern="1200" lang="en-US" spc="200" smtClean="0">
                <a:solidFill>
                  <a:schemeClr val="tx1"/>
                </a:solidFill>
                <a:latin typeface="+mj-lt"/>
                <a:ea typeface="+mj-ea"/>
                <a:cs typeface="Tunga" pitchFamily="2"/>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86" name="Title 17"/>
          <p:cNvSpPr>
            <a:spLocks noGrp="1"/>
          </p:cNvSpPr>
          <p:nvPr>
            <p:ph type="title"/>
          </p:nvPr>
        </p:nvSpPr>
        <p:spPr/>
        <p:txBody>
          <a:bodyPr/>
          <a:p>
            <a:r>
              <a:rPr lang="en-US" smtClean="0"/>
              <a:t>Click to edit Master title style</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83" name=""/>
        <p:cNvGrpSpPr/>
        <p:nvPr/>
      </p:nvGrpSpPr>
      <p:grpSpPr>
        <a:xfrm>
          <a:off x="0" y="0"/>
          <a:ext cx="0" cy="0"/>
          <a:chOff x="0" y="0"/>
          <a:chExt cx="0" cy="0"/>
        </a:xfrm>
      </p:grpSpPr>
      <p:sp>
        <p:nvSpPr>
          <p:cNvPr id="1048687" name="Title 8"/>
          <p:cNvSpPr>
            <a:spLocks noGrp="1"/>
          </p:cNvSpPr>
          <p:nvPr>
            <p:ph type="title"/>
          </p:nvPr>
        </p:nvSpPr>
        <p:spPr/>
        <p:txBody>
          <a:bodyPr/>
          <a:p>
            <a:r>
              <a:rPr lang="en-US" smtClean="0"/>
              <a:t>Click to edit Master title style</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3" name=""/>
        <p:cNvGrpSpPr/>
        <p:nvPr/>
      </p:nvGrpSpPr>
      <p:grpSpPr>
        <a:xfrm rot="0">
          <a:off x="0" y="0"/>
          <a:ext cx="0" cy="0"/>
          <a:chOff x="0" y="0"/>
          <a:chExt cx="0" cy="0"/>
        </a:xfrm>
      </p:grpSpPr>
      <p:sp>
        <p:nvSpPr>
          <p:cNvPr id="1048662"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663"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664"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9" name=""/>
        <p:cNvGrpSpPr/>
        <p:nvPr/>
      </p:nvGrpSpPr>
      <p:grpSpPr>
        <a:xfrm>
          <a:off x="0" y="0"/>
          <a:ext cx="0" cy="0"/>
          <a:chOff x="0" y="0"/>
          <a:chExt cx="0" cy="0"/>
        </a:xfrm>
      </p:grpSpPr>
      <p:sp>
        <p:nvSpPr>
          <p:cNvPr id="1048674" name="Content Placeholder 30"/>
          <p:cNvSpPr>
            <a:spLocks noGrp="1"/>
          </p:cNvSpPr>
          <p:nvPr>
            <p:ph sz="quarter" idx="14"/>
          </p:nvPr>
        </p:nvSpPr>
        <p:spPr>
          <a:xfrm>
            <a:off x="1981200" y="1914526"/>
            <a:ext cx="8229600" cy="351091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75" name="Text Placeholder 3"/>
          <p:cNvSpPr>
            <a:spLocks noGrp="1"/>
          </p:cNvSpPr>
          <p:nvPr>
            <p:ph type="body" sz="half" idx="2"/>
          </p:nvPr>
        </p:nvSpPr>
        <p:spPr>
          <a:xfrm>
            <a:off x="2316480" y="5513832"/>
            <a:ext cx="7559040" cy="548640"/>
          </a:xfrm>
        </p:spPr>
        <p:txBody>
          <a:bodyPr anchor="ctr" tIns="0"/>
          <a:lstStyle>
            <a:lvl1pPr algn="ctr" defTabSz="914400" eaLnBrk="1" hangingPunct="1" indent="0" latinLnBrk="0" marL="0" rtl="0">
              <a:lnSpc>
                <a:spcPct val="100000"/>
              </a:lnSpc>
              <a:spcBef>
                <a:spcPts val="0"/>
              </a:spcBef>
              <a:buClr>
                <a:schemeClr val="accent1"/>
              </a:buClr>
              <a:buFont typeface="Arial" pitchFamily="34" charset="0"/>
              <a:buNone/>
              <a:defRPr baseline="0" b="0" cap="none" sz="1400" i="0" kern="1200" lang="en-US" spc="0" smtClean="0">
                <a:solidFill>
                  <a:schemeClr val="tx1"/>
                </a:solidFill>
                <a:latin typeface="+mn-lt"/>
                <a:ea typeface="+mn-ea"/>
                <a:cs typeface="Tahoma" pitchFamily="34" charset="0"/>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76" name="Title 12"/>
          <p:cNvSpPr>
            <a:spLocks noGrp="1"/>
          </p:cNvSpPr>
          <p:nvPr>
            <p:ph type="title"/>
          </p:nvPr>
        </p:nvSpPr>
        <p:spPr/>
        <p:txBody>
          <a:bodyPr/>
          <a:p>
            <a:r>
              <a:rPr lang="en-US" smtClean="0"/>
              <a:t>Click to edit Master title style</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81" name=""/>
        <p:cNvGrpSpPr/>
        <p:nvPr/>
      </p:nvGrpSpPr>
      <p:grpSpPr>
        <a:xfrm>
          <a:off x="0" y="0"/>
          <a:ext cx="0" cy="0"/>
          <a:chOff x="0" y="0"/>
          <a:chExt cx="0" cy="0"/>
        </a:xfrm>
      </p:grpSpPr>
      <p:sp>
        <p:nvSpPr>
          <p:cNvPr id="1048679" name="Picture Placeholder 2"/>
          <p:cNvSpPr>
            <a:spLocks noChangeAspect="1" noGrp="1"/>
          </p:cNvSpPr>
          <p:nvPr>
            <p:ph type="pic" idx="1"/>
          </p:nvPr>
        </p:nvSpPr>
        <p:spPr>
          <a:xfrm>
            <a:off x="2469612" y="2026918"/>
            <a:ext cx="7252776" cy="3263750"/>
          </a:xfrm>
          <a:solidFill>
            <a:schemeClr val="tx1"/>
          </a:solidFill>
          <a:ln w="69850" cmpd="dbl">
            <a:solidFill>
              <a:schemeClr val="tx1"/>
            </a:solidFill>
            <a:miter lim="800000"/>
          </a:ln>
        </p:spPr>
        <p:txBody>
          <a:bodyPr anchor="ctr" anchorCtr="0" bIns="45720" lIns="91440" rIns="91440" rtlCol="0" tIns="45720" vert="horz">
            <a:normAutofit/>
          </a:bodyPr>
          <a:lstStyle>
            <a:lvl1pPr algn="ctr" defTabSz="914400" eaLnBrk="1" hangingPunct="1" indent="0" latinLnBrk="0" marL="0" rtl="0">
              <a:spcBef>
                <a:spcPts val="400"/>
              </a:spcBef>
              <a:buNone/>
              <a:defRPr baseline="0" b="0" cap="none" dirty="0" sz="1800" kern="1200" lang="en-US" spc="0">
                <a:solidFill>
                  <a:schemeClr val="bg1"/>
                </a:solidFill>
                <a:latin typeface="+mj-lt"/>
                <a:ea typeface="+mj-ea"/>
                <a:cs typeface="Tunga" pitchFamily="2"/>
              </a:defRPr>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ctr" defTabSz="914400" eaLnBrk="1" fontAlgn="base" hangingPunct="1" indent="0" latinLnBrk="0" lvl="0" marL="0" marR="0" rtl="0">
              <a:lnSpc>
                <a:spcPct val="100000"/>
              </a:lnSpc>
              <a:spcBef>
                <a:spcPts val="400"/>
              </a:spcBef>
              <a:spcAft>
                <a:spcPct val="0"/>
              </a:spcAft>
              <a:buClr>
                <a:schemeClr val="accent1"/>
              </a:buClr>
              <a:buSzTx/>
              <a:buFontTx/>
              <a:buNone/>
            </a:pPr>
            <a:r>
              <a:rPr baseline="0" b="0" cap="none" sz="1800" i="0" kern="1200" kumimoji="0" lang="en-US" noProof="0" normalizeH="0" spc="0" strike="noStrike" u="none" smtClean="0">
                <a:ln>
                  <a:noFill/>
                </a:ln>
                <a:solidFill>
                  <a:schemeClr val="bg1"/>
                </a:solidFill>
                <a:effectLst/>
                <a:uLnTx/>
                <a:uFillTx/>
                <a:latin typeface="+mj-lt"/>
                <a:ea typeface="+mj-ea"/>
                <a:cs typeface="Tunga" pitchFamily="2"/>
              </a:rPr>
              <a:t>Click icon to add picture</a:t>
            </a:r>
            <a:endParaRPr baseline="0" b="0" cap="none" dirty="0" sz="1800" i="0" kern="1200" kumimoji="0" lang="en-US" noProof="0" normalizeH="0" spc="0" strike="noStrike" u="none">
              <a:ln>
                <a:noFill/>
              </a:ln>
              <a:solidFill>
                <a:schemeClr val="bg1"/>
              </a:solidFill>
              <a:effectLst/>
              <a:uLnTx/>
              <a:uFillTx/>
              <a:latin typeface="+mj-lt"/>
              <a:ea typeface="+mj-ea"/>
              <a:cs typeface="Tunga" pitchFamily="2"/>
            </a:endParaRPr>
          </a:p>
        </p:txBody>
      </p:sp>
      <p:sp>
        <p:nvSpPr>
          <p:cNvPr id="1048680" name="Text Placeholder 24"/>
          <p:cNvSpPr>
            <a:spLocks noGrp="1"/>
          </p:cNvSpPr>
          <p:nvPr>
            <p:ph type="body" sz="quarter" idx="13"/>
          </p:nvPr>
        </p:nvSpPr>
        <p:spPr>
          <a:xfrm>
            <a:off x="2316480" y="5516880"/>
            <a:ext cx="7559040" cy="548640"/>
          </a:xfrm>
        </p:spPr>
        <p:txBody>
          <a:bodyPr anchor="ctr" anchorCtr="0" bIns="0" tIns="0"/>
          <a:lstStyle>
            <a:lvl1pPr indent="0" marL="0">
              <a:spcBef>
                <a:spcPts val="0"/>
              </a:spcBef>
              <a:buNone/>
              <a:defRPr baseline="0" b="0" cap="none" sz="1400" i="0" kern="1200" lang="en-US" spc="30" smtClean="0">
                <a:solidFill>
                  <a:schemeClr val="tx2"/>
                </a:solidFill>
                <a:latin typeface="+mn-lt"/>
                <a:ea typeface="+mn-ea"/>
                <a:cs typeface="Tahoma" pitchFamily="34" charset="0"/>
              </a:defRPr>
            </a:lvl1pPr>
            <a:lvl2pPr indent="1588" marL="171450">
              <a:buNone/>
              <a:defRPr>
                <a:solidFill>
                  <a:schemeClr val="bg2"/>
                </a:solidFill>
              </a:defRPr>
            </a:lvl2pPr>
            <a:lvl3pPr indent="6350" marL="344488">
              <a:buNone/>
              <a:defRPr>
                <a:solidFill>
                  <a:schemeClr val="bg2"/>
                </a:solidFill>
              </a:defRPr>
            </a:lvl3pPr>
            <a:lvl4pPr indent="3175" marL="515938">
              <a:buNone/>
              <a:defRPr>
                <a:solidFill>
                  <a:schemeClr val="bg2"/>
                </a:solidFill>
              </a:defRPr>
            </a:lvl4pPr>
            <a:lvl5pPr indent="-1588" marL="688975">
              <a:buNone/>
              <a:defRPr>
                <a:solidFill>
                  <a:schemeClr val="bg2"/>
                </a:solidFill>
              </a:defRPr>
            </a:lvl5pPr>
          </a:lstStyle>
          <a:p>
            <a:pPr lvl="0"/>
            <a:r>
              <a:rPr lang="en-US" smtClean="0"/>
              <a:t>Click to edit Master text styles</a:t>
            </a:r>
          </a:p>
        </p:txBody>
      </p:sp>
      <p:sp>
        <p:nvSpPr>
          <p:cNvPr id="1048681" name="Title 11"/>
          <p:cNvSpPr>
            <a:spLocks noGrp="1"/>
          </p:cNvSpPr>
          <p:nvPr>
            <p:ph type="title"/>
          </p:nvPr>
        </p:nvSpPr>
        <p:spPr>
          <a:xfrm>
            <a:off x="3352800" y="975360"/>
            <a:ext cx="5486400" cy="701040"/>
          </a:xfrm>
        </p:spPr>
        <p:txBody>
          <a:bodyPr/>
          <a:p>
            <a:r>
              <a:rPr lang="en-US" smtClean="0"/>
              <a:t>Click to edit Master title style</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80" name=""/>
        <p:cNvGrpSpPr/>
        <p:nvPr/>
      </p:nvGrpSpPr>
      <p:grpSpPr>
        <a:xfrm>
          <a:off x="0" y="0"/>
          <a:ext cx="0" cy="0"/>
          <a:chOff x="0" y="0"/>
          <a:chExt cx="0" cy="0"/>
        </a:xfrm>
      </p:grpSpPr>
      <p:sp>
        <p:nvSpPr>
          <p:cNvPr id="1048677" name="Title 1"/>
          <p:cNvSpPr>
            <a:spLocks noGrp="1"/>
          </p:cNvSpPr>
          <p:nvPr>
            <p:ph type="title"/>
          </p:nvPr>
        </p:nvSpPr>
        <p:spPr/>
        <p:txBody>
          <a:bodyPr/>
          <a:p>
            <a:r>
              <a:rPr lang="en-US" smtClean="0"/>
              <a:t>Click to edit Master title style</a:t>
            </a:r>
            <a:endParaRPr lang="en-US"/>
          </a:p>
        </p:txBody>
      </p:sp>
      <p:sp>
        <p:nvSpPr>
          <p:cNvPr id="1048678"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Tree>
  </p:cSld>
  <p:clrMapOvr>
    <a:masterClrMapping/>
  </p:clrMapOvr>
  <p:hf dt="0" ftr="0" hdr="0" sldNum="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0" name=""/>
        <p:cNvGrpSpPr/>
        <p:nvPr/>
      </p:nvGrpSpPr>
      <p:grpSpPr>
        <a:xfrm rot="0">
          <a:off x="0" y="0"/>
          <a:ext cx="0" cy="0"/>
          <a:chOff x="0" y="0"/>
          <a:chExt cx="0" cy="0"/>
        </a:xfrm>
      </p:grpSpPr>
      <p:cxnSp>
        <p:nvCxnSpPr>
          <p:cNvPr id="3145730" name=""/>
          <p:cNvCxnSpPr>
            <a:cxnSpLocks/>
          </p:cNvCxnSpPr>
          <p:nvPr/>
        </p:nvCxnSpPr>
        <p:spPr>
          <a:xfrm rot="5400000">
            <a:off x="6832599" y="3429000"/>
            <a:ext cx="6858000" cy="3175"/>
          </a:xfrm>
          <a:prstGeom prst="line"/>
          <a:noFill/>
          <a:ln w="12700" cap="flat" cmpd="sng">
            <a:solidFill>
              <a:srgbClr val="BBAA8A">
                <a:alpha val="100000"/>
              </a:srgbClr>
            </a:solidFill>
            <a:prstDash val="solid"/>
            <a:round/>
          </a:ln>
        </p:spPr>
      </p:cxnSp>
      <p:sp>
        <p:nvSpPr>
          <p:cNvPr id="1048652" name=""/>
          <p:cNvSpPr/>
          <p:nvPr/>
        </p:nvSpPr>
        <p:spPr bwMode="hidden">
          <a:xfrm rot="0">
            <a:off x="0" y="0"/>
            <a:ext cx="10261600" cy="6858000"/>
          </a:xfrm>
          <a:prstGeom prst="rect"/>
          <a:solidFill>
            <a:schemeClr val="lt1"/>
          </a:solid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lang="en-US">
              <a:solidFill>
                <a:srgbClr val="FFFFFF"/>
              </a:solidFill>
              <a:latin typeface="Garamond" pitchFamily="18" charset="0"/>
            </a:endParaRPr>
          </a:p>
        </p:txBody>
      </p:sp>
      <p:sp>
        <p:nvSpPr>
          <p:cNvPr id="1048655"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656"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
        <p:nvSpPr>
          <p:cNvPr id="1048657"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sp>
        <p:nvSpPr>
          <p:cNvPr id="1048659" name="Vertical Title 1"/>
          <p:cNvSpPr>
            <a:spLocks noGrp="1"/>
          </p:cNvSpPr>
          <p:nvPr>
            <p:ph type="title" orient="vert"/>
          </p:nvPr>
        </p:nvSpPr>
        <p:spPr>
          <a:xfrm>
            <a:off x="9652000" y="914401"/>
            <a:ext cx="1235973" cy="5029200"/>
          </a:xfrm>
        </p:spPr>
        <p:txBody>
          <a:bodyPr vert="eaVert"/>
          <a:p>
            <a:r>
              <a:rPr lang="en-US" smtClean="0"/>
              <a:t>Click to edit Master title style</a:t>
            </a:r>
            <a:endParaRPr lang="en-US"/>
          </a:p>
        </p:txBody>
      </p:sp>
      <p:sp>
        <p:nvSpPr>
          <p:cNvPr id="1048658" name="Vertical Text Placeholder 2"/>
          <p:cNvSpPr>
            <a:spLocks noGrp="1"/>
          </p:cNvSpPr>
          <p:nvPr>
            <p:ph type="body" orient="vert" idx="1"/>
          </p:nvPr>
        </p:nvSpPr>
        <p:spPr>
          <a:xfrm>
            <a:off x="609600" y="914401"/>
            <a:ext cx="8839200" cy="5029200"/>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blipFill rotWithShape="0">
          <a:blip xmlns:r="http://schemas.openxmlformats.org/officeDocument/2006/relationships" r:embed="rId12">
            <a:alphaModFix amt="100000"/>
          </a:blip>
          <a:srcRect/>
          <a:stretch>
            <a:fillRect/>
          </a:stretch>
        </a:blipFill>
      </p:bgPr>
    </p:bg>
    <p:spTree>
      <p:nvGrpSpPr>
        <p:cNvPr id="22" name=""/>
        <p:cNvGrpSpPr/>
        <p:nvPr/>
      </p:nvGrpSpPr>
      <p:grpSpPr>
        <a:xfrm rot="0">
          <a:off x="0" y="0"/>
          <a:ext cx="0" cy="0"/>
          <a:chOff x="0" y="0"/>
          <a:chExt cx="0" cy="0"/>
        </a:xfrm>
      </p:grpSpPr>
      <p:sp>
        <p:nvSpPr>
          <p:cNvPr id="1048576" name=""/>
          <p:cNvSpPr/>
          <p:nvPr/>
        </p:nvSpPr>
        <p:spPr bwMode="hidden">
          <a:xfrm rot="0">
            <a:off x="0" y="1336675"/>
            <a:ext cx="12192000" cy="5521325"/>
          </a:xfrm>
          <a:prstGeom prst="rect"/>
          <a:solidFill>
            <a:schemeClr val="lt1"/>
          </a:solid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lang="en-US">
              <a:solidFill>
                <a:srgbClr val="FFFFFF"/>
              </a:solidFill>
              <a:latin typeface="Garamond" pitchFamily="18" charset="0"/>
            </a:endParaRPr>
          </a:p>
        </p:txBody>
      </p:sp>
      <p:sp>
        <p:nvSpPr>
          <p:cNvPr id="1048577" name=""/>
          <p:cNvSpPr/>
          <p:nvPr>
            <p:ph type="body" sz="full" idx="1"/>
          </p:nvPr>
        </p:nvSpPr>
        <p:spPr>
          <a:xfrm rot="0">
            <a:off x="609600" y="2019300"/>
            <a:ext cx="10972800" cy="4117975"/>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78" name=""/>
          <p:cNvSpPr/>
          <p:nvPr>
            <p:ph type="dt" sz="half" idx="2"/>
          </p:nvPr>
        </p:nvSpPr>
        <p:spPr>
          <a:xfrm rot="0">
            <a:off x="3975100" y="273050"/>
            <a:ext cx="42418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datetime1">
              <a:rPr altLang="en-US" sz="1200" lang="en-US">
                <a:solidFill>
                  <a:schemeClr val="dk1"/>
                </a:solidFill>
              </a:rPr>
              <a:pPr algn="ctr" lvl="0"/>
            </a:fld>
            <a:endParaRPr altLang="en-US" sz="1200" lang="en-US">
              <a:solidFill>
                <a:schemeClr val="dk1"/>
              </a:solidFill>
            </a:endParaRPr>
          </a:p>
        </p:txBody>
      </p:sp>
      <p:sp>
        <p:nvSpPr>
          <p:cNvPr id="1048579" name=""/>
          <p:cNvSpPr/>
          <p:nvPr>
            <p:ph type="ftr" sz="quarter" idx="3"/>
          </p:nvPr>
        </p:nvSpPr>
        <p:spPr>
          <a:xfrm rot="0">
            <a:off x="1930400" y="6486525"/>
            <a:ext cx="8331200" cy="292100"/>
          </a:xfrm>
          <a:prstGeom prst="rect"/>
          <a:noFill/>
          <a:ln>
            <a:noFill/>
          </a:ln>
        </p:spPr>
        <p:txBody>
          <a:bodyPr anchor="ctr"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endParaRPr altLang="en-US" sz="1100" lang="en-US">
              <a:solidFill>
                <a:schemeClr val="dk1"/>
              </a:solidFill>
            </a:endParaRPr>
          </a:p>
        </p:txBody>
      </p:sp>
      <p:sp>
        <p:nvSpPr>
          <p:cNvPr id="1048580" name=""/>
          <p:cNvSpPr/>
          <p:nvPr>
            <p:ph type="sldNum" sz="quarter" idx="4"/>
          </p:nvPr>
        </p:nvSpPr>
        <p:spPr>
          <a:xfrm rot="0">
            <a:off x="5384800" y="6172200"/>
            <a:ext cx="1422400" cy="304800"/>
          </a:xfrm>
          <a:prstGeom prst="rect"/>
          <a:noFill/>
          <a:ln>
            <a:noFill/>
          </a:ln>
        </p:spPr>
        <p:txBody>
          <a:bodyPr anchor="ctr" bIns="0" lIns="0" rIns="0" tIns="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Garamond" pitchFamily="18" charset="0"/>
                <a:sym typeface="Arial" pitchFamily="34" charset="0"/>
              </a:defRPr>
            </a:lvl5pPr>
          </a:lstStyle>
          <a:p>
            <a:pPr algn="ctr" lvl="0"/>
            <a:fld id="{566ABCEB-ACFC-4714-9973-3DA970169C29}" type="slidenum">
              <a:rPr altLang="en-US" b="1" sz="1200" lang="en-US">
                <a:solidFill>
                  <a:schemeClr val="dk1"/>
                </a:solidFill>
              </a:rPr>
              <a:pPr algn="ctr" lvl="0"/>
            </a:fld>
            <a:endParaRPr altLang="en-US" b="1" sz="1200" lang="en-US">
              <a:solidFill>
                <a:schemeClr val="dk1"/>
              </a:solidFill>
            </a:endParaRPr>
          </a:p>
        </p:txBody>
      </p:sp>
      <p:cxnSp>
        <p:nvCxnSpPr>
          <p:cNvPr id="3145728" name=""/>
          <p:cNvCxnSpPr>
            <a:cxnSpLocks/>
          </p:cNvCxnSpPr>
          <p:nvPr/>
        </p:nvCxnSpPr>
        <p:spPr>
          <a:xfrm rot="0">
            <a:off x="0" y="1331912"/>
            <a:ext cx="12192000" cy="1587"/>
          </a:xfrm>
          <a:prstGeom prst="line"/>
          <a:noFill/>
          <a:ln w="12700" cap="flat" cmpd="sng">
            <a:solidFill>
              <a:srgbClr val="BBAA8A">
                <a:alpha val="100000"/>
              </a:srgbClr>
            </a:solidFill>
            <a:prstDash val="solid"/>
            <a:round/>
          </a:ln>
        </p:spPr>
      </p:cxnSp>
      <p:sp>
        <p:nvSpPr>
          <p:cNvPr id="1048581" name=""/>
          <p:cNvSpPr/>
          <p:nvPr>
            <p:ph type="title" sz="full" idx="0"/>
          </p:nvPr>
        </p:nvSpPr>
        <p:spPr>
          <a:xfrm rot="0">
            <a:off x="3352800" y="974725"/>
            <a:ext cx="5486400" cy="7016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p>
            <a:pPr lvl="0"/>
            <a:r>
              <a:rPr altLang="en-US" lang="en-US"/>
              <a:t>Click to edit Master title style</a:t>
            </a:r>
          </a:p>
        </p:txBody>
      </p:sp>
    </p:spTree>
  </p:cSld>
  <p:clrMap accent1="accent1" accent2="accent2" accent3="accent3" accent4="accent4" accent5="accent5" accent6="accent6" bg1="lt1" bg2="dk2" tx1="dk1" tx2="lt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lvl1pPr algn="ctr" fontAlgn="base" rtl="0">
        <a:spcBef>
          <a:spcPts val="400"/>
        </a:spcBef>
        <a:spcAft>
          <a:spcPct val="0"/>
        </a:spcAft>
        <a:defRPr b="1" cap="all" kern="1200">
          <a:solidFill>
            <a:srgbClr val="404040"/>
          </a:solidFill>
          <a:latin typeface="Calibri Light"/>
          <a:ea typeface="Tunga"/>
          <a:cs typeface="Tunga" pitchFamily="2"/>
        </a:defRPr>
      </a:lvl1pPr>
      <a:lvl2pPr algn="ctr" fontAlgn="base" rtl="0">
        <a:spcBef>
          <a:spcPts val="400"/>
        </a:spcBef>
        <a:spcAft>
          <a:spcPct val="0"/>
        </a:spcAft>
        <a:defRPr b="1">
          <a:solidFill>
            <a:srgbClr val="404040"/>
          </a:solidFill>
          <a:latin typeface="Garamond" pitchFamily="18" charset="0"/>
          <a:ea typeface="Tunga"/>
          <a:cs typeface="Tunga"/>
        </a:defRPr>
      </a:lvl2pPr>
      <a:lvl3pPr algn="ctr" fontAlgn="base" rtl="0">
        <a:spcBef>
          <a:spcPts val="400"/>
        </a:spcBef>
        <a:spcAft>
          <a:spcPct val="0"/>
        </a:spcAft>
        <a:defRPr b="1">
          <a:solidFill>
            <a:srgbClr val="404040"/>
          </a:solidFill>
          <a:latin typeface="Garamond" pitchFamily="18" charset="0"/>
          <a:ea typeface="Tunga"/>
          <a:cs typeface="Tunga"/>
        </a:defRPr>
      </a:lvl3pPr>
      <a:lvl4pPr algn="ctr" fontAlgn="base" rtl="0">
        <a:spcBef>
          <a:spcPts val="400"/>
        </a:spcBef>
        <a:spcAft>
          <a:spcPct val="0"/>
        </a:spcAft>
        <a:defRPr b="1">
          <a:solidFill>
            <a:srgbClr val="404040"/>
          </a:solidFill>
          <a:latin typeface="Garamond" pitchFamily="18" charset="0"/>
          <a:ea typeface="Tunga"/>
          <a:cs typeface="Tunga"/>
        </a:defRPr>
      </a:lvl4pPr>
      <a:lvl5pPr algn="ctr" fontAlgn="base" rtl="0">
        <a:spcBef>
          <a:spcPts val="400"/>
        </a:spcBef>
        <a:spcAft>
          <a:spcPct val="0"/>
        </a:spcAft>
        <a:defRPr b="1">
          <a:solidFill>
            <a:srgbClr val="404040"/>
          </a:solidFill>
          <a:latin typeface="Garamond" pitchFamily="18" charset="0"/>
          <a:ea typeface="Tunga"/>
          <a:cs typeface="Tunga"/>
        </a:defRPr>
      </a:lvl5pPr>
      <a:lvl6pPr algn="ctr" fontAlgn="base" marL="457200" rtl="0">
        <a:spcBef>
          <a:spcPts val="400"/>
        </a:spcBef>
        <a:spcAft>
          <a:spcPct val="0"/>
        </a:spcAft>
        <a:defRPr b="1">
          <a:solidFill>
            <a:srgbClr val="404040"/>
          </a:solidFill>
          <a:latin typeface="Garamond" pitchFamily="18" charset="0"/>
          <a:ea typeface="Tunga"/>
          <a:cs typeface="Tunga"/>
        </a:defRPr>
      </a:lvl6pPr>
      <a:lvl7pPr algn="ctr" fontAlgn="base" marL="914400" rtl="0">
        <a:spcBef>
          <a:spcPts val="400"/>
        </a:spcBef>
        <a:spcAft>
          <a:spcPct val="0"/>
        </a:spcAft>
        <a:defRPr b="1">
          <a:solidFill>
            <a:srgbClr val="404040"/>
          </a:solidFill>
          <a:latin typeface="Garamond" pitchFamily="18" charset="0"/>
          <a:ea typeface="Tunga"/>
          <a:cs typeface="Tunga"/>
        </a:defRPr>
      </a:lvl7pPr>
      <a:lvl8pPr algn="ctr" fontAlgn="base" marL="1371600" rtl="0">
        <a:spcBef>
          <a:spcPts val="400"/>
        </a:spcBef>
        <a:spcAft>
          <a:spcPct val="0"/>
        </a:spcAft>
        <a:defRPr b="1">
          <a:solidFill>
            <a:srgbClr val="404040"/>
          </a:solidFill>
          <a:latin typeface="Garamond" pitchFamily="18" charset="0"/>
          <a:ea typeface="Tunga"/>
          <a:cs typeface="Tunga"/>
        </a:defRPr>
      </a:lvl8pPr>
      <a:lvl9pPr algn="ctr" fontAlgn="base" marL="1828800" rtl="0">
        <a:spcBef>
          <a:spcPts val="400"/>
        </a:spcBef>
        <a:spcAft>
          <a:spcPct val="0"/>
        </a:spcAft>
        <a:defRPr b="1">
          <a:solidFill>
            <a:srgbClr val="404040"/>
          </a:solidFill>
          <a:latin typeface="Garamond" pitchFamily="18" charset="0"/>
          <a:ea typeface="Tunga"/>
          <a:cs typeface="Tunga"/>
        </a:defRPr>
      </a:lvl9pPr>
    </p:titleStyle>
    <p:bodyStyle>
      <a:lvl1pPr algn="ctr" fontAlgn="base" rtl="0">
        <a:spcBef>
          <a:spcPts val="600"/>
        </a:spcBef>
        <a:spcAft>
          <a:spcPct val="0"/>
        </a:spcAft>
        <a:buClr>
          <a:schemeClr val="accent1"/>
        </a:buClr>
        <a:defRPr sz="2000" kern="1200" spc="30">
          <a:solidFill>
            <a:schemeClr val="tx1"/>
          </a:solidFill>
          <a:latin typeface="Calibri"/>
          <a:ea typeface="宋体"/>
          <a:cs typeface="Tahoma" pitchFamily="34" charset="0"/>
        </a:defRPr>
      </a:lvl1pPr>
      <a:lvl2pPr algn="ctr" fontAlgn="base" rtl="0">
        <a:spcBef>
          <a:spcPts val="1200"/>
        </a:spcBef>
        <a:spcAft>
          <a:spcPct val="0"/>
        </a:spcAft>
        <a:buClr>
          <a:schemeClr val="accent1"/>
        </a:buClr>
        <a:defRPr kern="1200">
          <a:solidFill>
            <a:schemeClr val="tx2"/>
          </a:solidFill>
          <a:latin typeface="Calibri"/>
          <a:ea typeface="宋体"/>
          <a:cs typeface="Tahoma" pitchFamily="34" charset="0"/>
        </a:defRPr>
      </a:lvl2pPr>
      <a:lvl3pPr algn="ctr" fontAlgn="base" rtl="0">
        <a:spcBef>
          <a:spcPts val="1200"/>
        </a:spcBef>
        <a:spcAft>
          <a:spcPct val="0"/>
        </a:spcAft>
        <a:buClr>
          <a:schemeClr val="accent1"/>
        </a:buClr>
        <a:defRPr sz="1600" kern="1200">
          <a:solidFill>
            <a:schemeClr val="tx1"/>
          </a:solidFill>
          <a:latin typeface="Calibri"/>
          <a:ea typeface="宋体"/>
          <a:cs typeface="Tahoma" pitchFamily="34" charset="0"/>
        </a:defRPr>
      </a:lvl3pPr>
      <a:lvl4pPr algn="ctr" fontAlgn="base" rtl="0">
        <a:spcBef>
          <a:spcPts val="1200"/>
        </a:spcBef>
        <a:spcAft>
          <a:spcPct val="0"/>
        </a:spcAft>
        <a:buClr>
          <a:schemeClr val="accent1"/>
        </a:buClr>
        <a:defRPr sz="1400" kern="1200">
          <a:solidFill>
            <a:schemeClr val="tx2"/>
          </a:solidFill>
          <a:latin typeface="Calibri"/>
          <a:ea typeface="宋体"/>
          <a:cs typeface="Tahoma" pitchFamily="34" charset="0"/>
        </a:defRPr>
      </a:lvl4pPr>
      <a:lvl5pPr algn="ctr" fontAlgn="base" rtl="0">
        <a:spcBef>
          <a:spcPts val="1200"/>
        </a:spcBef>
        <a:spcAft>
          <a:spcPct val="0"/>
        </a:spcAft>
        <a:buClr>
          <a:schemeClr val="accent1"/>
        </a:buClr>
        <a:defRPr sz="1400" kern="1200">
          <a:solidFill>
            <a:schemeClr val="tx1"/>
          </a:solidFill>
          <a:latin typeface="Calibri"/>
          <a:ea typeface="宋体"/>
          <a:cs typeface="Tahoma" pitchFamily="34" charset="0"/>
        </a:defRPr>
      </a:lvl5pPr>
      <a:lvl6pPr algn="ctr" defTabSz="914400" eaLnBrk="1" hangingPunct="1" indent="0" latinLnBrk="0" marL="0" rtl="0">
        <a:lnSpc>
          <a:spcPct val="100000"/>
        </a:lnSpc>
        <a:spcBef>
          <a:spcPts val="1200"/>
        </a:spcBef>
        <a:buFont typeface="Arial" pitchFamily="34" charset="0"/>
        <a:buNone/>
        <a:defRPr sz="1400" kern="1200">
          <a:solidFill>
            <a:schemeClr val="tx2"/>
          </a:solidFill>
          <a:latin typeface="+mn-lt"/>
          <a:ea typeface="+mn-ea"/>
          <a:cs typeface="+mn-cs"/>
        </a:defRPr>
      </a:lvl6pPr>
      <a:lvl7pPr algn="ctr" defTabSz="914400" eaLnBrk="1" hangingPunct="1" indent="0" latinLnBrk="0" marL="0" rtl="0">
        <a:lnSpc>
          <a:spcPct val="100000"/>
        </a:lnSpc>
        <a:spcBef>
          <a:spcPts val="1200"/>
        </a:spcBef>
        <a:buFont typeface="Arial" pitchFamily="34" charset="0"/>
        <a:buNone/>
        <a:defRPr sz="1400" kern="1200">
          <a:solidFill>
            <a:schemeClr val="tx1"/>
          </a:solidFill>
          <a:latin typeface="+mn-lt"/>
          <a:ea typeface="+mn-ea"/>
          <a:cs typeface="+mn-cs"/>
        </a:defRPr>
      </a:lvl7pPr>
      <a:lvl8pPr algn="ctr" defTabSz="914400" eaLnBrk="1" hangingPunct="1" indent="0" latinLnBrk="0" marL="0" rtl="0">
        <a:lnSpc>
          <a:spcPct val="100000"/>
        </a:lnSpc>
        <a:spcBef>
          <a:spcPts val="1200"/>
        </a:spcBef>
        <a:buFont typeface="Arial" pitchFamily="34" charset="0"/>
        <a:buNone/>
        <a:defRPr sz="1400" kern="1200">
          <a:solidFill>
            <a:schemeClr val="tx2"/>
          </a:solidFill>
          <a:latin typeface="+mn-lt"/>
          <a:ea typeface="+mn-ea"/>
          <a:cs typeface="+mn-cs"/>
        </a:defRPr>
      </a:lvl8pPr>
      <a:lvl9pPr algn="ctr" defTabSz="914400" eaLnBrk="1" hangingPunct="1" indent="0" latinLnBrk="0" marL="0" rtl="0">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Calibri"/>
          <a:ea typeface="宋体"/>
          <a:cs typeface="+mn-cs"/>
        </a:defRPr>
      </a:lvl1pPr>
      <a:lvl2pPr algn="l" defTabSz="914400" eaLnBrk="1" hangingPunct="1" latinLnBrk="0" marL="457200" rtl="0">
        <a:defRPr sz="1800" kern="1200">
          <a:solidFill>
            <a:schemeClr val="tx1"/>
          </a:solidFill>
          <a:latin typeface="Calibri"/>
          <a:ea typeface="宋体"/>
          <a:cs typeface="+mn-cs"/>
        </a:defRPr>
      </a:lvl2pPr>
      <a:lvl3pPr algn="l" defTabSz="914400" eaLnBrk="1" hangingPunct="1" latinLnBrk="0" marL="914400" rtl="0">
        <a:defRPr sz="1800" kern="1200">
          <a:solidFill>
            <a:schemeClr val="tx1"/>
          </a:solidFill>
          <a:latin typeface="Calibri"/>
          <a:ea typeface="宋体"/>
          <a:cs typeface="+mn-cs"/>
        </a:defRPr>
      </a:lvl3pPr>
      <a:lvl4pPr algn="l" defTabSz="914400" eaLnBrk="1" hangingPunct="1" latinLnBrk="0" marL="1371600" rtl="0">
        <a:defRPr sz="1800" kern="1200">
          <a:solidFill>
            <a:schemeClr val="tx1"/>
          </a:solidFill>
          <a:latin typeface="Calibri"/>
          <a:ea typeface="宋体"/>
          <a:cs typeface="+mn-cs"/>
        </a:defRPr>
      </a:lvl4pPr>
      <a:lvl5pPr algn="l" defTabSz="914400" eaLnBrk="1" hangingPunct="1" latinLnBrk="0" marL="1828800" rtl="0">
        <a:defRPr sz="1800" kern="1200">
          <a:solidFill>
            <a:schemeClr val="tx1"/>
          </a:solidFill>
          <a:latin typeface="Calibri"/>
          <a:ea typeface="宋体"/>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hyperlink" Target="http://mata-cyber.blogspot.com/" TargetMode="External"/><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hyperlink" Target="http://hari.narmadi.net/internet/internet-protokol-ip" TargetMode="External"/><Relationship Id="rId2" Type="http://schemas.openxmlformats.org/officeDocument/2006/relationships/hyperlink" Target="http://hari.narmadi.net/komputer/istilah-komputer-konsep-dasar-ip-pabx" TargetMode="External"/><Relationship Id="rId3" Type="http://schemas.openxmlformats.org/officeDocument/2006/relationships/hyperlink" Target="http://hari.narmadi.net/telekomunikasi/istilah-telekomunikas-algoritma-mpls" TargetMode="External"/><Relationship Id="rId4" Type="http://schemas.openxmlformats.org/officeDocument/2006/relationships/hyperlink" Target="http://hari.narmadi.net/telekomunikasi/istilah-telekomunikasi-ietf-internet-engineering-task-force" TargetMode="External"/><Relationship Id="rId5" Type="http://schemas.openxmlformats.org/officeDocument/2006/relationships/hyperlink" Target="http://hari.narmadi.net/komputer/istilah-komputer-video-conference-overview" TargetMode="External"/><Relationship Id="rId6" Type="http://schemas.openxmlformats.org/officeDocument/2006/relationships/hyperlink" Target="http://hari.narmadi.net/telekomunikasi/istilah-telekomunikasi-multi-protocol-label-switching-mpls" TargetMode="External"/><Relationship Id="rId7" Type="http://schemas.openxmlformats.org/officeDocument/2006/relationships/hyperlink" Target="http://hari.narmadi.net/internet/jaringan-ieee-80211e" TargetMode="External"/><Relationship Id="rId8"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26" name=""/>
        <p:cNvGrpSpPr/>
        <p:nvPr/>
      </p:nvGrpSpPr>
      <p:grpSpPr>
        <a:xfrm rot="0">
          <a:off x="0" y="0"/>
          <a:ext cx="0" cy="0"/>
          <a:chOff x="0" y="0"/>
          <a:chExt cx="0" cy="0"/>
        </a:xfrm>
      </p:grpSpPr>
      <p:sp>
        <p:nvSpPr>
          <p:cNvPr id="1048591" name=""/>
          <p:cNvSpPr/>
          <p:nvPr>
            <p:ph type="subTitle" sz="full" idx="1"/>
          </p:nvPr>
        </p:nvSpPr>
        <p:spPr>
          <a:xfrm rot="0">
            <a:off x="3421062" y="3044825"/>
            <a:ext cx="5349875" cy="428625"/>
          </a:xfrm>
          <a:prstGeom prst="rect"/>
          <a:noFill/>
          <a:ln>
            <a:noFill/>
          </a:ln>
        </p:spPr>
        <p:txBody>
          <a:bodyPr anchor="t" bIns="45720" lIns="91440" rIns="91440" tIns="0" vert="horz"/>
          <a:lstStyle>
            <a:lvl1pPr marL="0">
              <a:buNone/>
              <a:defRPr sz="2000">
                <a:solidFill>
                  <a:schemeClr val="dk1"/>
                </a:solidFill>
              </a:defRPr>
            </a:lvl1pPr>
            <a:lvl2pPr marL="457200"/>
            <a:lvl3pPr marL="914400"/>
            <a:lvl4pPr marL="1371600"/>
            <a:lvl5pPr marL="1828800"/>
          </a:lstStyle>
          <a:p>
            <a:pPr eaLnBrk="1" hangingPunct="1" latinLnBrk="1" lvl="0"/>
            <a:endParaRPr altLang="en-US" sz="1600" lang="en-US">
              <a:solidFill>
                <a:srgbClr val="404040"/>
              </a:solidFill>
            </a:endParaRPr>
          </a:p>
        </p:txBody>
      </p:sp>
      <p:pic>
        <p:nvPicPr>
          <p:cNvPr id="2097152" name=""/>
          <p:cNvPicPr>
            <a:picLocks/>
          </p:cNvPicPr>
          <p:nvPr>
            <p:ph type="title" sz="full" idx="4294967295"/>
          </p:nvPr>
        </p:nvPicPr>
        <p:blipFill>
          <a:blip xmlns:r="http://schemas.openxmlformats.org/officeDocument/2006/relationships" r:embed="rId1"/>
          <a:srcRect l="0" t="0" r="0" b="0"/>
          <a:stretch>
            <a:fillRect/>
          </a:stretch>
        </p:blipFill>
        <p:spPr>
          <a:xfrm rot="0">
            <a:off x="3419475" y="2395537"/>
            <a:ext cx="5353050" cy="781050"/>
          </a:xfrm>
          <a:prstGeom prst="rect"/>
          <a:solidFill>
            <a:schemeClr val="dk1"/>
          </a:solidFill>
          <a:ln w="76200" cap="flat" cmpd="thinThick">
            <a:solidFill>
              <a:schemeClr val="dk1">
                <a:alpha val="100000"/>
              </a:schemeClr>
            </a:solidFill>
            <a:prstDash val="solid"/>
            <a:round/>
          </a:ln>
        </p:spPr>
      </p:pic>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resetSubtype="0">
                                  <p:stCondLst>
                                    <p:cond delay="0"/>
                                  </p:stCondLst>
                                  <p:childTnLst>
                                    <p:set>
                                      <p:cBhvr>
                                        <p:cTn dur="1" fill="hold" id="6">
                                          <p:stCondLst>
                                            <p:cond delay="0"/>
                                          </p:stCondLst>
                                        </p:cTn>
                                        <p:tgtEl>
                                          <p:spTgt spid="2097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43" name=""/>
        <p:cNvGrpSpPr/>
        <p:nvPr/>
      </p:nvGrpSpPr>
      <p:grpSpPr>
        <a:xfrm rot="0">
          <a:off x="0" y="0"/>
          <a:ext cx="0" cy="0"/>
          <a:chOff x="0" y="0"/>
          <a:chExt cx="0" cy="0"/>
        </a:xfrm>
      </p:grpSpPr>
      <p:pic>
        <p:nvPicPr>
          <p:cNvPr id="2097153" name=""/>
          <p:cNvPicPr>
            <a:picLocks/>
          </p:cNvPicPr>
          <p:nvPr>
            <p:ph sz="quarter" idx="4294967295"/>
          </p:nvPr>
        </p:nvPicPr>
        <p:blipFill>
          <a:blip xmlns:r="http://schemas.openxmlformats.org/officeDocument/2006/relationships" r:embed="rId1"/>
          <a:srcRect l="0" t="0" r="0" b="0"/>
          <a:stretch>
            <a:fillRect/>
          </a:stretch>
        </p:blipFill>
        <p:spPr bwMode="auto">
          <a:xfrm rot="0">
            <a:off x="2479675" y="2020887"/>
            <a:ext cx="7232650" cy="4075112"/>
          </a:xfrm>
          <a:prstGeom prst="rect"/>
          <a:noFill/>
          <a:ln>
            <a:noFill/>
          </a:ln>
        </p:spPr>
      </p:pic>
      <p:sp>
        <p:nvSpPr>
          <p:cNvPr id="1048592" name=""/>
          <p:cNvSpPr/>
          <p:nvPr>
            <p:ph type="title" sz="full" idx="7"/>
          </p:nvPr>
        </p:nvSpPr>
        <p:spPr>
          <a:xfrm rot="0">
            <a:off x="3352800" y="974725"/>
            <a:ext cx="5486400" cy="7016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lang="id-ID">
                <a:solidFill>
                  <a:srgbClr val="959599"/>
                </a:solidFill>
              </a:rPr>
              <a:t>PERHATIKAN GAMBAR-GAMBAR DIBAWAH INI :</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592"/>
                                        </p:tgtEl>
                                        <p:attrNameLst>
                                          <p:attrName>style.visibility</p:attrName>
                                        </p:attrNameLst>
                                      </p:cBhvr>
                                      <p:to>
                                        <p:strVal val="visible"/>
                                      </p:to>
                                    </p:set>
                                    <p:animEffect transition="in" filter="barn(inVertical)">
                                      <p:cBhvr>
                                        <p:cTn dur="500" id="7"/>
                                        <p:tgtEl>
                                          <p:spTgt spid="1048592"/>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id="10" nodeType="clickEffect" presetClass="entr" presetID="2" presetSubtype="4">
                                  <p:stCondLst>
                                    <p:cond delay="0"/>
                                  </p:stCondLst>
                                  <p:childTnLst>
                                    <p:set>
                                      <p:cBhvr>
                                        <p:cTn dur="1" fill="hold" id="11">
                                          <p:stCondLst>
                                            <p:cond delay="0"/>
                                          </p:stCondLst>
                                        </p:cTn>
                                        <p:tgtEl>
                                          <p:spTgt spid="2097153"/>
                                        </p:tgtEl>
                                        <p:attrNameLst>
                                          <p:attrName>style.visibility</p:attrName>
                                        </p:attrNameLst>
                                      </p:cBhvr>
                                      <p:to>
                                        <p:strVal val="visible"/>
                                      </p:to>
                                    </p:set>
                                    <p:anim calcmode="lin" valueType="num">
                                      <p:cBhvr additive="base">
                                        <p:cTn dur="500" fill="hold" id="12"/>
                                        <p:tgtEl>
                                          <p:spTgt spid="2097153"/>
                                        </p:tgtEl>
                                        <p:attrNameLst>
                                          <p:attrName>ppt_x</p:attrName>
                                        </p:attrNameLst>
                                      </p:cBhvr>
                                      <p:tavLst>
                                        <p:tav tm="0">
                                          <p:val>
                                            <p:strVal val="#ppt_x"/>
                                          </p:val>
                                        </p:tav>
                                        <p:tav tm="100000">
                                          <p:val>
                                            <p:strVal val="#ppt_x"/>
                                          </p:val>
                                        </p:tav>
                                      </p:tavLst>
                                    </p:anim>
                                    <p:anim calcmode="lin" valueType="num">
                                      <p:cBhvr additive="base">
                                        <p:cTn dur="500" fill="hold" id="13"/>
                                        <p:tgtEl>
                                          <p:spTgt spid="20971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2" grpId="0" uiExpand="0" build="whole"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45" name=""/>
        <p:cNvGrpSpPr/>
        <p:nvPr/>
      </p:nvGrpSpPr>
      <p:grpSpPr>
        <a:xfrm rot="0">
          <a:off x="0" y="0"/>
          <a:ext cx="0" cy="0"/>
          <a:chOff x="0" y="0"/>
          <a:chExt cx="0" cy="0"/>
        </a:xfrm>
      </p:grpSpPr>
      <p:sp>
        <p:nvSpPr>
          <p:cNvPr id="1048595" name=""/>
          <p:cNvSpPr/>
          <p:nvPr>
            <p:ph sz="quarter" idx="4294967295"/>
          </p:nvPr>
        </p:nvSpPr>
        <p:spPr>
          <a:xfrm rot="0">
            <a:off x="609600" y="1344612"/>
            <a:ext cx="10972800" cy="50561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50000"/>
              </a:lnSpc>
              <a:spcBef>
                <a:spcPct val="0"/>
              </a:spcBef>
            </a:pPr>
            <a:r>
              <a:rPr altLang="en-US" sz="2400" lang="en-US">
                <a:latin typeface="Times New Roman" pitchFamily="18" charset="0"/>
                <a:ea typeface="Times New Roman" pitchFamily="18" charset="0"/>
              </a:rPr>
              <a:t>Voice over Internet Protocol (juga disebut VoIP, IP Telephony, Internet telephony atau Digital Phone) adalah teknologi yang memungkinkan percakapan suara jarak jauh melalui media internet.Data suara diubah menjadi kode digital dan dialirkan melalui jaringan yang mengirimkan paket paket data, dan bukan lewat sirkuit analog telepon biasa.</a:t>
            </a:r>
          </a:p>
          <a:p>
            <a:pPr eaLnBrk="1" hangingPunct="1" indent="0" latinLnBrk="1" lvl="0" marL="0">
              <a:lnSpc>
                <a:spcPct val="150000"/>
              </a:lnSpc>
              <a:spcBef>
                <a:spcPct val="0"/>
              </a:spcBef>
            </a:pPr>
            <a:r>
              <a:rPr altLang="en-US" sz="2400" lang="en-US">
                <a:latin typeface="Times New Roman" pitchFamily="18" charset="0"/>
                <a:ea typeface="Times New Roman" pitchFamily="18" charset="0"/>
              </a:rPr>
              <a:t>Voice over Internet Protocol (VoIP) adalah teknologi yang mampu melewatkan trafik suara, video dan data yang berbentuk paket melalui jaringan IP.Dalam komunikasi VoIP, pemakai melakukan hubungan telepon melalui terminal yang berupa PC atau telepon.</a:t>
            </a:r>
          </a:p>
          <a:p>
            <a:pPr eaLnBrk="1" hangingPunct="1" indent="0" latinLnBrk="1" lvl="0" marL="0"/>
            <a:endParaRPr altLang="en-US" sz="2000" lang="en-US"/>
          </a:p>
        </p:txBody>
      </p:sp>
      <p:sp>
        <p:nvSpPr>
          <p:cNvPr id="1048596" name=""/>
          <p:cNvSpPr/>
          <p:nvPr>
            <p:ph type="title" sz="full" idx="7"/>
          </p:nvPr>
        </p:nvSpPr>
        <p:spPr>
          <a:xfrm rot="0">
            <a:off x="609600" y="274637"/>
            <a:ext cx="10972800" cy="908050"/>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PENGERTIAN VOIP</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596"/>
                                        </p:tgtEl>
                                        <p:attrNameLst>
                                          <p:attrName>style.visibility</p:attrName>
                                        </p:attrNameLst>
                                      </p:cBhvr>
                                      <p:to>
                                        <p:strVal val="visible"/>
                                      </p:to>
                                    </p:set>
                                    <p:anim calcmode="lin" valueType="num">
                                      <p:cBhvr additive="base">
                                        <p:cTn dur="500" fill="hold" id="7"/>
                                        <p:tgtEl>
                                          <p:spTgt spid="1048596"/>
                                        </p:tgtEl>
                                        <p:attrNameLst>
                                          <p:attrName>ppt_x</p:attrName>
                                        </p:attrNameLst>
                                      </p:cBhvr>
                                      <p:tavLst>
                                        <p:tav tm="0">
                                          <p:val>
                                            <p:strVal val="#ppt_x"/>
                                          </p:val>
                                        </p:tav>
                                        <p:tav tm="100000">
                                          <p:val>
                                            <p:strVal val="#ppt_x"/>
                                          </p:val>
                                        </p:tav>
                                      </p:tavLst>
                                    </p:anim>
                                    <p:anim calcmode="lin" valueType="num">
                                      <p:cBhvr additive="base">
                                        <p:cTn dur="500" fill="hold" id="8"/>
                                        <p:tgtEl>
                                          <p:spTgt spid="1048596"/>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595">
                                            <p:txEl>
                                              <p:charRg st="0" end="339"/>
                                            </p:txEl>
                                          </p:spTgt>
                                        </p:tgtEl>
                                        <p:attrNameLst>
                                          <p:attrName>style.visibility</p:attrName>
                                        </p:attrNameLst>
                                      </p:cBhvr>
                                      <p:to>
                                        <p:strVal val="visible"/>
                                      </p:to>
                                    </p:set>
                                    <p:anim calcmode="lin" valueType="num">
                                      <p:cBhvr additive="base">
                                        <p:cTn dur="500" fill="hold" id="13"/>
                                        <p:tgtEl>
                                          <p:spTgt spid="1048595">
                                            <p:txEl>
                                              <p:charRg st="0" end="339"/>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595">
                                            <p:txEl>
                                              <p:charRg st="0" end="339"/>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595">
                                            <p:txEl>
                                              <p:charRg st="339" end="588"/>
                                            </p:txEl>
                                          </p:spTgt>
                                        </p:tgtEl>
                                        <p:attrNameLst>
                                          <p:attrName>style.visibility</p:attrName>
                                        </p:attrNameLst>
                                      </p:cBhvr>
                                      <p:to>
                                        <p:strVal val="visible"/>
                                      </p:to>
                                    </p:set>
                                    <p:anim calcmode="lin" valueType="num">
                                      <p:cBhvr additive="base">
                                        <p:cTn dur="500" fill="hold" id="19"/>
                                        <p:tgtEl>
                                          <p:spTgt spid="1048595">
                                            <p:txEl>
                                              <p:charRg st="339" end="588"/>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595">
                                            <p:txEl>
                                              <p:charRg st="339" end="58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5" grpId="0" uiExpand="0" build="p" bldLvl="1"/>
      <p:bldP spid="1048596" grpId="0" uiExpand="0" build="whole"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46" name=""/>
        <p:cNvGrpSpPr/>
        <p:nvPr/>
      </p:nvGrpSpPr>
      <p:grpSpPr>
        <a:xfrm rot="0">
          <a:off x="0" y="0"/>
          <a:ext cx="0" cy="0"/>
          <a:chOff x="0" y="0"/>
          <a:chExt cx="0" cy="0"/>
        </a:xfrm>
      </p:grpSpPr>
      <p:sp>
        <p:nvSpPr>
          <p:cNvPr id="1048597" name=""/>
          <p:cNvSpPr/>
          <p:nvPr>
            <p:ph sz="quarter" idx="4294967295"/>
          </p:nvPr>
        </p:nvSpPr>
        <p:spPr>
          <a:xfrm rot="0">
            <a:off x="609600" y="1398587"/>
            <a:ext cx="10972800" cy="486727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382587" latinLnBrk="1" lvl="0" marL="447675">
              <a:spcBef>
                <a:spcPts val="1200"/>
              </a:spcBef>
              <a:buFont typeface="Wingdings 2" pitchFamily="18" charset="2"/>
              <a:buChar char=""/>
            </a:pPr>
            <a:r>
              <a:rPr altLang="en-US" sz="2000" lang="en-US">
                <a:latin typeface="Times New Roman" pitchFamily="18" charset="0"/>
                <a:ea typeface="Times New Roman" pitchFamily="18" charset="0"/>
              </a:rPr>
              <a:t>Jaringan telepon tradisional/PSTN menggunakan jaringan circuit switching, sedangkan VoIP menggunakan jaringan Packet Data.</a:t>
            </a:r>
          </a:p>
          <a:p>
            <a:pPr eaLnBrk="1" hangingPunct="1" indent="0" latinLnBrk="1" lvl="1" marL="822325">
              <a:buFont typeface="Verdana" pitchFamily="34" charset="0"/>
              <a:buChar char="›"/>
            </a:pPr>
            <a:r>
              <a:rPr altLang="en-US" sz="2000" lang="en-US">
                <a:latin typeface="Times New Roman" pitchFamily="18" charset="0"/>
                <a:ea typeface="Times New Roman" pitchFamily="18" charset="0"/>
              </a:rPr>
              <a:t>Circuit Switching = Dikirimkan melalui satusaluran dan harus terhubung dulu ke operator.</a:t>
            </a:r>
          </a:p>
          <a:p>
            <a:pPr eaLnBrk="1" hangingPunct="1" indent="0" latinLnBrk="1" lvl="1" marL="822325">
              <a:buFont typeface="Verdana" pitchFamily="34" charset="0"/>
              <a:buChar char="›"/>
            </a:pPr>
            <a:r>
              <a:rPr altLang="en-US" sz="2000" lang="en-US">
                <a:latin typeface="Times New Roman" pitchFamily="18" charset="0"/>
                <a:ea typeface="Times New Roman" pitchFamily="18" charset="0"/>
              </a:rPr>
              <a:t>Packet Data = Dikrimkan dengan memaketkan suara menjadi beberapa paket data dan dikirimkan secara terpisah, lalu akan kembali disatukan setelah sampai ke tujuan.</a:t>
            </a:r>
          </a:p>
          <a:p>
            <a:pPr eaLnBrk="1" hangingPunct="1" indent="-382587" latinLnBrk="1" lvl="0" marL="447675">
              <a:spcBef>
                <a:spcPts val="1200"/>
              </a:spcBef>
              <a:buFont typeface="Wingdings 2" pitchFamily="18" charset="2"/>
              <a:buChar char=""/>
            </a:pPr>
            <a:r>
              <a:rPr altLang="en-US" sz="2000" lang="en-US">
                <a:latin typeface="Times New Roman" pitchFamily="18" charset="0"/>
                <a:ea typeface="Times New Roman" pitchFamily="18" charset="0"/>
              </a:rPr>
              <a:t>Teknologi VoIP memakan biaya yang lebih murah dan lebih efisien dalam berkomunikasi menggunakan suara.</a:t>
            </a:r>
          </a:p>
          <a:p>
            <a:pPr eaLnBrk="1" hangingPunct="1" indent="-382587" latinLnBrk="1" lvl="0" marL="447675">
              <a:spcBef>
                <a:spcPts val="1200"/>
              </a:spcBef>
              <a:buFont typeface="Wingdings 2" pitchFamily="18" charset="2"/>
              <a:buChar char=""/>
            </a:pPr>
            <a:r>
              <a:rPr altLang="en-US" sz="2000" lang="en-US">
                <a:latin typeface="Times New Roman" pitchFamily="18" charset="0"/>
                <a:ea typeface="Times New Roman" pitchFamily="18" charset="0"/>
              </a:rPr>
              <a:t>VoIP menggunakan konektivitas jaringan internet – PSTN menggunakan kabel telpon.</a:t>
            </a:r>
          </a:p>
          <a:p>
            <a:pPr eaLnBrk="1" hangingPunct="1" indent="-382587" latinLnBrk="1" lvl="0" marL="447675">
              <a:spcBef>
                <a:spcPts val="1200"/>
              </a:spcBef>
              <a:buFont typeface="Wingdings 2" pitchFamily="18" charset="2"/>
              <a:buChar char=""/>
            </a:pPr>
            <a:r>
              <a:rPr altLang="en-US" sz="2000" lang="en-US">
                <a:latin typeface="Times New Roman" pitchFamily="18" charset="0"/>
                <a:ea typeface="Times New Roman" pitchFamily="18" charset="0"/>
              </a:rPr>
              <a:t>PSTN masih bisa digunakan saat listrik padam.</a:t>
            </a:r>
          </a:p>
          <a:p>
            <a:pPr eaLnBrk="1" hangingPunct="1" indent="-382587" latinLnBrk="1" lvl="0" marL="447675">
              <a:spcBef>
                <a:spcPts val="1200"/>
              </a:spcBef>
              <a:buFont typeface="Wingdings 2" pitchFamily="18" charset="2"/>
              <a:buChar char=""/>
            </a:pPr>
            <a:r>
              <a:rPr altLang="en-US" sz="2000" lang="en-US">
                <a:latin typeface="Times New Roman" pitchFamily="18" charset="0"/>
                <a:ea typeface="Times New Roman" pitchFamily="18" charset="0"/>
              </a:rPr>
              <a:t>Setiap melakukan panggilan VoIP hanyamembutuhkan sekitar 10 Kbps – PSTN membutuhkan  64 Kbps.</a:t>
            </a:r>
          </a:p>
          <a:p>
            <a:pPr eaLnBrk="1" hangingPunct="1" indent="-382587" latinLnBrk="1" lvl="0" marL="447675">
              <a:lnSpc>
                <a:spcPct val="150000"/>
              </a:lnSpc>
              <a:spcBef>
                <a:spcPts val="1200"/>
              </a:spcBef>
            </a:pPr>
            <a:endParaRPr altLang="en-US" sz="2000" lang="en-US">
              <a:latin typeface="Times New Roman" pitchFamily="18" charset="0"/>
              <a:ea typeface="Times New Roman" pitchFamily="18" charset="0"/>
            </a:endParaRPr>
          </a:p>
        </p:txBody>
      </p:sp>
      <p:sp>
        <p:nvSpPr>
          <p:cNvPr id="1048598" name=""/>
          <p:cNvSpPr/>
          <p:nvPr>
            <p:ph type="title" sz="full" idx="7"/>
          </p:nvPr>
        </p:nvSpPr>
        <p:spPr>
          <a:xfrm rot="0">
            <a:off x="609600" y="274637"/>
            <a:ext cx="10972800" cy="989012"/>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PERBEDAAN VOIP &amp; PSTN</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598"/>
                                        </p:tgtEl>
                                        <p:attrNameLst>
                                          <p:attrName>style.visibility</p:attrName>
                                        </p:attrNameLst>
                                      </p:cBhvr>
                                      <p:to>
                                        <p:strVal val="visible"/>
                                      </p:to>
                                    </p:set>
                                    <p:anim calcmode="lin" valueType="num">
                                      <p:cBhvr additive="base">
                                        <p:cTn dur="500" fill="hold" id="7"/>
                                        <p:tgtEl>
                                          <p:spTgt spid="1048598"/>
                                        </p:tgtEl>
                                        <p:attrNameLst>
                                          <p:attrName>ppt_x</p:attrName>
                                        </p:attrNameLst>
                                      </p:cBhvr>
                                      <p:tavLst>
                                        <p:tav tm="0">
                                          <p:val>
                                            <p:strVal val="#ppt_x"/>
                                          </p:val>
                                        </p:tav>
                                        <p:tav tm="100000">
                                          <p:val>
                                            <p:strVal val="#ppt_x"/>
                                          </p:val>
                                        </p:tav>
                                      </p:tavLst>
                                    </p:anim>
                                    <p:anim calcmode="lin" valueType="num">
                                      <p:cBhvr additive="base">
                                        <p:cTn dur="500" fill="hold" id="8"/>
                                        <p:tgtEl>
                                          <p:spTgt spid="1048598"/>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14" presetSubtype="10">
                                  <p:stCondLst>
                                    <p:cond delay="0"/>
                                  </p:stCondLst>
                                  <p:childTnLst>
                                    <p:set>
                                      <p:cBhvr>
                                        <p:cTn dur="1" fill="hold" id="12">
                                          <p:stCondLst>
                                            <p:cond delay="0"/>
                                          </p:stCondLst>
                                        </p:cTn>
                                        <p:tgtEl>
                                          <p:spTgt spid="1048597">
                                            <p:txEl>
                                              <p:charRg st="0" end="123"/>
                                            </p:txEl>
                                          </p:spTgt>
                                        </p:tgtEl>
                                        <p:attrNameLst>
                                          <p:attrName>style.visibility</p:attrName>
                                        </p:attrNameLst>
                                      </p:cBhvr>
                                      <p:to>
                                        <p:strVal val="visible"/>
                                      </p:to>
                                    </p:set>
                                    <p:animEffect transition="in" filter="randombar(horizontal)">
                                      <p:cBhvr>
                                        <p:cTn dur="500" id="13"/>
                                        <p:tgtEl>
                                          <p:spTgt spid="1048597">
                                            <p:txEl>
                                              <p:charRg st="0" end="123"/>
                                            </p:txEl>
                                          </p:spTgt>
                                        </p:tgtEl>
                                      </p:cBhvr>
                                    </p:animEffect>
                                  </p:childTnLst>
                                </p:cTn>
                              </p:par>
                              <p:par>
                                <p:cTn fill="hold" grpId="0" id="14" nodeType="withEffect" presetClass="entr" presetID="14" presetSubtype="10">
                                  <p:stCondLst>
                                    <p:cond delay="0"/>
                                  </p:stCondLst>
                                  <p:childTnLst>
                                    <p:set>
                                      <p:cBhvr>
                                        <p:cTn dur="1" fill="hold" id="15">
                                          <p:stCondLst>
                                            <p:cond delay="0"/>
                                          </p:stCondLst>
                                        </p:cTn>
                                        <p:tgtEl>
                                          <p:spTgt spid="1048597">
                                            <p:txEl>
                                              <p:charRg st="123" end="212"/>
                                            </p:txEl>
                                          </p:spTgt>
                                        </p:tgtEl>
                                        <p:attrNameLst>
                                          <p:attrName>style.visibility</p:attrName>
                                        </p:attrNameLst>
                                      </p:cBhvr>
                                      <p:to>
                                        <p:strVal val="visible"/>
                                      </p:to>
                                    </p:set>
                                    <p:animEffect transition="in" filter="randombar(horizontal)">
                                      <p:cBhvr>
                                        <p:cTn dur="500" id="16"/>
                                        <p:tgtEl>
                                          <p:spTgt spid="1048597">
                                            <p:txEl>
                                              <p:charRg st="123" end="212"/>
                                            </p:txEl>
                                          </p:spTgt>
                                        </p:tgtEl>
                                      </p:cBhvr>
                                    </p:animEffect>
                                  </p:childTnLst>
                                </p:cTn>
                              </p:par>
                              <p:par>
                                <p:cTn fill="hold" grpId="0" id="17" nodeType="withEffect" presetClass="entr" presetID="14" presetSubtype="10">
                                  <p:stCondLst>
                                    <p:cond delay="0"/>
                                  </p:stCondLst>
                                  <p:childTnLst>
                                    <p:set>
                                      <p:cBhvr>
                                        <p:cTn dur="1" fill="hold" id="18">
                                          <p:stCondLst>
                                            <p:cond delay="0"/>
                                          </p:stCondLst>
                                        </p:cTn>
                                        <p:tgtEl>
                                          <p:spTgt spid="1048597">
                                            <p:txEl>
                                              <p:charRg st="212" end="374"/>
                                            </p:txEl>
                                          </p:spTgt>
                                        </p:tgtEl>
                                        <p:attrNameLst>
                                          <p:attrName>style.visibility</p:attrName>
                                        </p:attrNameLst>
                                      </p:cBhvr>
                                      <p:to>
                                        <p:strVal val="visible"/>
                                      </p:to>
                                    </p:set>
                                    <p:animEffect transition="in" filter="randombar(horizontal)">
                                      <p:cBhvr>
                                        <p:cTn dur="500" id="19"/>
                                        <p:tgtEl>
                                          <p:spTgt spid="1048597">
                                            <p:txEl>
                                              <p:charRg st="212" end="374"/>
                                            </p:txEl>
                                          </p:spTgt>
                                        </p:tgtEl>
                                      </p:cBhvr>
                                    </p:animEffect>
                                  </p:childTnLst>
                                </p:cTn>
                              </p:par>
                            </p:childTnLst>
                          </p:cTn>
                        </p:par>
                      </p:childTnLst>
                    </p:cTn>
                  </p:par>
                  <p:par>
                    <p:cTn fill="hold" id="20" nodeType="clickPar">
                      <p:stCondLst>
                        <p:cond delay="indefinite"/>
                      </p:stCondLst>
                      <p:childTnLst>
                        <p:par>
                          <p:cTn fill="hold" id="21" nodeType="withGroup">
                            <p:stCondLst>
                              <p:cond delay="0"/>
                            </p:stCondLst>
                            <p:childTnLst>
                              <p:par>
                                <p:cTn fill="hold" grpId="0" id="22" nodeType="clickEffect" presetClass="entr" presetID="14" presetSubtype="10">
                                  <p:stCondLst>
                                    <p:cond delay="0"/>
                                  </p:stCondLst>
                                  <p:childTnLst>
                                    <p:set>
                                      <p:cBhvr>
                                        <p:cTn dur="1" fill="hold" id="23">
                                          <p:stCondLst>
                                            <p:cond delay="0"/>
                                          </p:stCondLst>
                                        </p:cTn>
                                        <p:tgtEl>
                                          <p:spTgt spid="1048597">
                                            <p:txEl>
                                              <p:charRg st="374" end="477"/>
                                            </p:txEl>
                                          </p:spTgt>
                                        </p:tgtEl>
                                        <p:attrNameLst>
                                          <p:attrName>style.visibility</p:attrName>
                                        </p:attrNameLst>
                                      </p:cBhvr>
                                      <p:to>
                                        <p:strVal val="visible"/>
                                      </p:to>
                                    </p:set>
                                    <p:animEffect transition="in" filter="randombar(horizontal)">
                                      <p:cBhvr>
                                        <p:cTn dur="500" id="24"/>
                                        <p:tgtEl>
                                          <p:spTgt spid="1048597">
                                            <p:txEl>
                                              <p:charRg st="374" end="477"/>
                                            </p:txEl>
                                          </p:spTgt>
                                        </p:tgtEl>
                                      </p:cBhvr>
                                    </p:animEffect>
                                  </p:childTnLst>
                                </p:cTn>
                              </p:par>
                            </p:childTnLst>
                          </p:cTn>
                        </p:par>
                      </p:childTnLst>
                    </p:cTn>
                  </p:par>
                  <p:par>
                    <p:cTn fill="hold" id="25" nodeType="clickPar">
                      <p:stCondLst>
                        <p:cond delay="indefinite"/>
                      </p:stCondLst>
                      <p:childTnLst>
                        <p:par>
                          <p:cTn fill="hold" id="26" nodeType="withGroup">
                            <p:stCondLst>
                              <p:cond delay="0"/>
                            </p:stCondLst>
                            <p:childTnLst>
                              <p:par>
                                <p:cTn fill="hold" grpId="0" id="27" nodeType="clickEffect" presetClass="entr" presetID="14" presetSubtype="10">
                                  <p:stCondLst>
                                    <p:cond delay="0"/>
                                  </p:stCondLst>
                                  <p:childTnLst>
                                    <p:set>
                                      <p:cBhvr>
                                        <p:cTn dur="1" fill="hold" id="28">
                                          <p:stCondLst>
                                            <p:cond delay="0"/>
                                          </p:stCondLst>
                                        </p:cTn>
                                        <p:tgtEl>
                                          <p:spTgt spid="1048597">
                                            <p:txEl>
                                              <p:charRg st="477" end="558"/>
                                            </p:txEl>
                                          </p:spTgt>
                                        </p:tgtEl>
                                        <p:attrNameLst>
                                          <p:attrName>style.visibility</p:attrName>
                                        </p:attrNameLst>
                                      </p:cBhvr>
                                      <p:to>
                                        <p:strVal val="visible"/>
                                      </p:to>
                                    </p:set>
                                    <p:animEffect transition="in" filter="randombar(horizontal)">
                                      <p:cBhvr>
                                        <p:cTn dur="500" id="29"/>
                                        <p:tgtEl>
                                          <p:spTgt spid="1048597">
                                            <p:txEl>
                                              <p:charRg st="477" end="558"/>
                                            </p:txEl>
                                          </p:spTgt>
                                        </p:tgtEl>
                                      </p:cBhvr>
                                    </p:animEffect>
                                  </p:childTnLst>
                                </p:cTn>
                              </p:par>
                            </p:childTnLst>
                          </p:cTn>
                        </p:par>
                      </p:childTnLst>
                    </p:cTn>
                  </p:par>
                  <p:par>
                    <p:cTn fill="hold" id="30" nodeType="clickPar">
                      <p:stCondLst>
                        <p:cond delay="indefinite"/>
                      </p:stCondLst>
                      <p:childTnLst>
                        <p:par>
                          <p:cTn fill="hold" id="31" nodeType="withGroup">
                            <p:stCondLst>
                              <p:cond delay="0"/>
                            </p:stCondLst>
                            <p:childTnLst>
                              <p:par>
                                <p:cTn fill="hold" grpId="0" id="32" nodeType="clickEffect" presetClass="entr" presetID="14" presetSubtype="10">
                                  <p:stCondLst>
                                    <p:cond delay="0"/>
                                  </p:stCondLst>
                                  <p:childTnLst>
                                    <p:set>
                                      <p:cBhvr>
                                        <p:cTn dur="1" fill="hold" id="33">
                                          <p:stCondLst>
                                            <p:cond delay="0"/>
                                          </p:stCondLst>
                                        </p:cTn>
                                        <p:tgtEl>
                                          <p:spTgt spid="1048597">
                                            <p:txEl>
                                              <p:charRg st="558" end="604"/>
                                            </p:txEl>
                                          </p:spTgt>
                                        </p:tgtEl>
                                        <p:attrNameLst>
                                          <p:attrName>style.visibility</p:attrName>
                                        </p:attrNameLst>
                                      </p:cBhvr>
                                      <p:to>
                                        <p:strVal val="visible"/>
                                      </p:to>
                                    </p:set>
                                    <p:animEffect transition="in" filter="randombar(horizontal)">
                                      <p:cBhvr>
                                        <p:cTn dur="500" id="34"/>
                                        <p:tgtEl>
                                          <p:spTgt spid="1048597">
                                            <p:txEl>
                                              <p:charRg st="558" end="604"/>
                                            </p:txEl>
                                          </p:spTgt>
                                        </p:tgtEl>
                                      </p:cBhvr>
                                    </p:animEffect>
                                  </p:childTnLst>
                                </p:cTn>
                              </p:par>
                            </p:childTnLst>
                          </p:cTn>
                        </p:par>
                      </p:childTnLst>
                    </p:cTn>
                  </p:par>
                  <p:par>
                    <p:cTn fill="hold" id="35" nodeType="clickPar">
                      <p:stCondLst>
                        <p:cond delay="indefinite"/>
                      </p:stCondLst>
                      <p:childTnLst>
                        <p:par>
                          <p:cTn fill="hold" id="36" nodeType="withGroup">
                            <p:stCondLst>
                              <p:cond delay="0"/>
                            </p:stCondLst>
                            <p:childTnLst>
                              <p:par>
                                <p:cTn fill="hold" grpId="0" id="37" nodeType="clickEffect" presetClass="entr" presetID="14" presetSubtype="10">
                                  <p:stCondLst>
                                    <p:cond delay="0"/>
                                  </p:stCondLst>
                                  <p:childTnLst>
                                    <p:set>
                                      <p:cBhvr>
                                        <p:cTn dur="1" fill="hold" id="38">
                                          <p:stCondLst>
                                            <p:cond delay="0"/>
                                          </p:stCondLst>
                                        </p:cTn>
                                        <p:tgtEl>
                                          <p:spTgt spid="1048597">
                                            <p:txEl>
                                              <p:charRg st="604" end="698"/>
                                            </p:txEl>
                                          </p:spTgt>
                                        </p:tgtEl>
                                        <p:attrNameLst>
                                          <p:attrName>style.visibility</p:attrName>
                                        </p:attrNameLst>
                                      </p:cBhvr>
                                      <p:to>
                                        <p:strVal val="visible"/>
                                      </p:to>
                                    </p:set>
                                    <p:animEffect transition="in" filter="randombar(horizontal)">
                                      <p:cBhvr>
                                        <p:cTn dur="500" id="39"/>
                                        <p:tgtEl>
                                          <p:spTgt spid="1048597">
                                            <p:txEl>
                                              <p:charRg st="604" end="6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7" grpId="0" uiExpand="0" build="p" bldLvl="1"/>
      <p:bldP spid="1048598" grpId="0" uiExpand="0" build="whole"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47" name=""/>
        <p:cNvGrpSpPr/>
        <p:nvPr/>
      </p:nvGrpSpPr>
      <p:grpSpPr>
        <a:xfrm rot="0">
          <a:off x="0" y="0"/>
          <a:ext cx="0" cy="0"/>
          <a:chOff x="0" y="0"/>
          <a:chExt cx="0" cy="0"/>
        </a:xfrm>
      </p:grpSpPr>
      <p:sp>
        <p:nvSpPr>
          <p:cNvPr id="1048599" name=""/>
          <p:cNvSpPr/>
          <p:nvPr>
            <p:ph sz="quarter" idx="4294967295"/>
          </p:nvPr>
        </p:nvSpPr>
        <p:spPr>
          <a:xfrm rot="0">
            <a:off x="609600" y="1022350"/>
            <a:ext cx="10972800" cy="541813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90000"/>
              </a:lnSpc>
            </a:pPr>
            <a:r>
              <a:rPr altLang="en-US" sz="2000" lang="en-US">
                <a:latin typeface="Times New Roman" pitchFamily="18" charset="0"/>
                <a:ea typeface="Times New Roman" pitchFamily="18" charset="0"/>
              </a:rPr>
              <a:t>1.        Kelebihan </a:t>
            </a:r>
            <a:r>
              <a:rPr altLang="en-US" sz="2000" lang="en-US">
                <a:latin typeface="Times New Roman" pitchFamily="18" charset="0"/>
                <a:ea typeface="Times New Roman" pitchFamily="18" charset="0"/>
              </a:rPr>
              <a:t>VOIP</a:t>
            </a:r>
          </a:p>
          <a:p>
            <a:pPr eaLnBrk="1" hangingPunct="1" indent="0" latinLnBrk="1" lvl="0" marL="0">
              <a:lnSpc>
                <a:spcPct val="90000"/>
              </a:lnSpc>
              <a:buFont typeface="Wingdings" pitchFamily="2" charset="2"/>
              <a:buChar char="v"/>
            </a:pPr>
            <a:r>
              <a:rPr altLang="en-US" sz="2000" lang="en-US">
                <a:latin typeface="Times New Roman" pitchFamily="18" charset="0"/>
                <a:ea typeface="Times New Roman" pitchFamily="18" charset="0"/>
              </a:rPr>
              <a:t>Biaya </a:t>
            </a:r>
            <a:r>
              <a:rPr altLang="en-US" sz="2000" lang="en-US">
                <a:latin typeface="Times New Roman" pitchFamily="18" charset="0"/>
                <a:ea typeface="Times New Roman" pitchFamily="18" charset="0"/>
              </a:rPr>
              <a:t>lebih rendah untuk sambungan langsung jarak jauh. </a:t>
            </a:r>
            <a:r>
              <a:rPr altLang="en-US" sz="2000" lang="en-US">
                <a:latin typeface="Times New Roman" pitchFamily="18" charset="0"/>
                <a:ea typeface="Times New Roman" pitchFamily="18" charset="0"/>
              </a:rPr>
              <a:t>Dengan </a:t>
            </a:r>
            <a:r>
              <a:rPr altLang="en-US" sz="2000" lang="en-US">
                <a:latin typeface="Times New Roman" pitchFamily="18" charset="0"/>
                <a:ea typeface="Times New Roman" pitchFamily="18" charset="0"/>
              </a:rPr>
              <a:t>dua lokasi yang terhubung dengan internet maka biaya percakapan menjadi sangat rendah.</a:t>
            </a:r>
          </a:p>
          <a:p>
            <a:pPr eaLnBrk="1" hangingPunct="1" indent="0" latinLnBrk="1" lvl="0" marL="0">
              <a:lnSpc>
                <a:spcPct val="90000"/>
              </a:lnSpc>
              <a:buFont typeface="Wingdings" pitchFamily="2" charset="2"/>
              <a:buChar char="v"/>
            </a:pPr>
            <a:r>
              <a:rPr altLang="en-US" sz="2000" lang="en-US">
                <a:latin typeface="Times New Roman" pitchFamily="18" charset="0"/>
                <a:ea typeface="Times New Roman" pitchFamily="18" charset="0"/>
              </a:rPr>
              <a:t>Memanfaatkan </a:t>
            </a:r>
            <a:r>
              <a:rPr altLang="en-US" sz="2000" lang="en-US">
                <a:latin typeface="Times New Roman" pitchFamily="18" charset="0"/>
                <a:ea typeface="Times New Roman" pitchFamily="18" charset="0"/>
              </a:rPr>
              <a:t>infrastruktur jaringan data yang sudah ada untuk suara. Seperti memanfaatkan jalur internet atau bandwidth yang telah di sewa ke ISP, sehingga tidak diperlukan lagi tambahan biaya atau menekan biaya percakapan telepon yang masih menggunkan jalur </a:t>
            </a:r>
            <a:r>
              <a:rPr altLang="en-US" sz="2000" i="1" lang="en-US">
                <a:latin typeface="Times New Roman" pitchFamily="18" charset="0"/>
                <a:ea typeface="Times New Roman" pitchFamily="18" charset="0"/>
              </a:rPr>
              <a:t>Public Switched Telephone Network </a:t>
            </a:r>
            <a:r>
              <a:rPr altLang="en-US" sz="2000" lang="en-US">
                <a:latin typeface="Times New Roman" pitchFamily="18" charset="0"/>
                <a:ea typeface="Times New Roman" pitchFamily="18" charset="0"/>
              </a:rPr>
              <a:t>(PSTN) Telkom ( </a:t>
            </a:r>
            <a:r>
              <a:rPr altLang="en-US" sz="2000" i="1" lang="en-US">
                <a:latin typeface="Times New Roman" pitchFamily="18" charset="0"/>
                <a:ea typeface="Times New Roman" pitchFamily="18" charset="0"/>
              </a:rPr>
              <a:t>Fix line</a:t>
            </a:r>
            <a:r>
              <a:rPr altLang="en-US" sz="2000" lang="en-US">
                <a:latin typeface="Times New Roman" pitchFamily="18" charset="0"/>
                <a:ea typeface="Times New Roman" pitchFamily="18" charset="0"/>
              </a:rPr>
              <a:t> ).</a:t>
            </a:r>
          </a:p>
          <a:p>
            <a:pPr eaLnBrk="1" hangingPunct="1" indent="0" latinLnBrk="1" lvl="0" marL="0">
              <a:lnSpc>
                <a:spcPct val="90000"/>
              </a:lnSpc>
              <a:buFont typeface="Wingdings" pitchFamily="2" charset="2"/>
              <a:buChar char="v"/>
            </a:pPr>
            <a:r>
              <a:rPr altLang="en-US" sz="2000" lang="en-US">
                <a:latin typeface="Times New Roman" pitchFamily="18" charset="0"/>
                <a:ea typeface="Times New Roman" pitchFamily="18" charset="0"/>
              </a:rPr>
              <a:t>  Penggunaan bandwidth yang lebih kecil daripada telepon biasa</a:t>
            </a:r>
            <a:r>
              <a:rPr altLang="en-US" sz="2000" lang="en-US">
                <a:latin typeface="Times New Roman" pitchFamily="18" charset="0"/>
                <a:ea typeface="Times New Roman" pitchFamily="18" charset="0"/>
              </a:rPr>
              <a:t>.. </a:t>
            </a:r>
            <a:r>
              <a:rPr altLang="en-US" sz="2000" lang="en-US">
                <a:latin typeface="Times New Roman" pitchFamily="18" charset="0"/>
                <a:ea typeface="Times New Roman" pitchFamily="18" charset="0"/>
              </a:rPr>
              <a:t>Teknik pemampatan data memungkinkan suara hanya membutuhkan sekitar 8kbps bandwidth.</a:t>
            </a:r>
          </a:p>
          <a:p>
            <a:pPr eaLnBrk="1" hangingPunct="1" indent="0" latinLnBrk="1" lvl="0" marL="0">
              <a:lnSpc>
                <a:spcPct val="90000"/>
              </a:lnSpc>
              <a:buFont typeface="Wingdings" pitchFamily="2" charset="2"/>
              <a:buChar char="v"/>
            </a:pPr>
            <a:r>
              <a:rPr altLang="en-US" sz="2000" lang="en-US">
                <a:latin typeface="Times New Roman" pitchFamily="18" charset="0"/>
                <a:ea typeface="Times New Roman" pitchFamily="18" charset="0"/>
              </a:rPr>
              <a:t> </a:t>
            </a:r>
            <a:r>
              <a:rPr altLang="en-US" sz="2000" lang="en-US">
                <a:latin typeface="Times New Roman" pitchFamily="18" charset="0"/>
                <a:ea typeface="Times New Roman" pitchFamily="18" charset="0"/>
              </a:rPr>
              <a:t>Memungkinkan digabung dengan jaringan telepon lokal yang sudah ada. Dengan adanya gateway bentuk jaringan VoIP bisa disambungkan dengan PABX yang ada dikantor. Komunikasi antar kantor bisa menggunakan pesawat telepon biasa</a:t>
            </a:r>
          </a:p>
          <a:p>
            <a:pPr eaLnBrk="1" hangingPunct="1" indent="0" latinLnBrk="1" lvl="0" marL="0">
              <a:lnSpc>
                <a:spcPct val="90000"/>
              </a:lnSpc>
              <a:buFont typeface="Wingdings" pitchFamily="2" charset="2"/>
              <a:buChar char="v"/>
            </a:pPr>
            <a:r>
              <a:rPr altLang="en-US" sz="2000" lang="en-US">
                <a:latin typeface="Times New Roman" pitchFamily="18" charset="0"/>
                <a:ea typeface="Times New Roman" pitchFamily="18" charset="0"/>
              </a:rPr>
              <a:t>Berbagai </a:t>
            </a:r>
            <a:r>
              <a:rPr altLang="en-US" sz="2000" lang="en-US">
                <a:latin typeface="Times New Roman" pitchFamily="18" charset="0"/>
                <a:ea typeface="Times New Roman" pitchFamily="18" charset="0"/>
              </a:rPr>
              <a:t>bentuk jaringan VoIP bisa digabungkan menjadi jaringan yang besar. Contoh di Indonesia adalah VoIP Rakyat</a:t>
            </a:r>
            <a:r>
              <a:rPr altLang="en-US" sz="2000" lang="en-US">
                <a:latin typeface="Times New Roman" pitchFamily="18" charset="0"/>
                <a:ea typeface="Times New Roman" pitchFamily="18" charset="0"/>
              </a:rPr>
              <a:t>.</a:t>
            </a:r>
          </a:p>
          <a:p>
            <a:pPr eaLnBrk="1" hangingPunct="1" indent="0" latinLnBrk="1" lvl="0" marL="0">
              <a:lnSpc>
                <a:spcPct val="90000"/>
              </a:lnSpc>
              <a:buFont typeface="Wingdings" pitchFamily="2" charset="2"/>
              <a:buChar char="v"/>
            </a:pPr>
            <a:r>
              <a:rPr altLang="en-US" sz="2000" lang="en-US">
                <a:latin typeface="Times New Roman" pitchFamily="18" charset="0"/>
                <a:ea typeface="Times New Roman" pitchFamily="18" charset="0"/>
              </a:rPr>
              <a:t> </a:t>
            </a:r>
            <a:r>
              <a:rPr altLang="en-US" sz="2000" lang="en-US">
                <a:latin typeface="Times New Roman" pitchFamily="18" charset="0"/>
                <a:ea typeface="Times New Roman" pitchFamily="18" charset="0"/>
              </a:rPr>
              <a:t>Variasi penggunaan peralatan yang ada, misal dari PC sambung ke telepon biasa, IP phone handset.</a:t>
            </a:r>
          </a:p>
          <a:p>
            <a:pPr eaLnBrk="1" hangingPunct="1" indent="0" latinLnBrk="1" lvl="0" marL="0">
              <a:lnSpc>
                <a:spcPct val="140000"/>
              </a:lnSpc>
              <a:spcBef>
                <a:spcPct val="0"/>
              </a:spcBef>
              <a:buFont typeface="Wingdings 2" pitchFamily="18" charset="2"/>
              <a:buChar char=""/>
            </a:pPr>
            <a:endParaRPr altLang="en-US" lang="en-US">
              <a:latin typeface="Times New Roman" pitchFamily="18" charset="0"/>
              <a:ea typeface="Times New Roman" pitchFamily="18" charset="0"/>
            </a:endParaRPr>
          </a:p>
        </p:txBody>
      </p:sp>
      <p:sp>
        <p:nvSpPr>
          <p:cNvPr id="1048600" name=""/>
          <p:cNvSpPr/>
          <p:nvPr>
            <p:ph type="title" sz="full" idx="7"/>
          </p:nvPr>
        </p:nvSpPr>
        <p:spPr>
          <a:xfrm rot="0">
            <a:off x="609600" y="274637"/>
            <a:ext cx="10972800" cy="747712"/>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KELEBIHAN &amp; KEKURANGAN VOIP</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1" presetSubtype="1">
                                  <p:stCondLst>
                                    <p:cond delay="0"/>
                                  </p:stCondLst>
                                  <p:childTnLst>
                                    <p:set>
                                      <p:cBhvr>
                                        <p:cTn dur="1" fill="hold" id="6">
                                          <p:stCondLst>
                                            <p:cond delay="0"/>
                                          </p:stCondLst>
                                        </p:cTn>
                                        <p:tgtEl>
                                          <p:spTgt spid="1048600"/>
                                        </p:tgtEl>
                                        <p:attrNameLst>
                                          <p:attrName>style.visibility</p:attrName>
                                        </p:attrNameLst>
                                      </p:cBhvr>
                                      <p:to>
                                        <p:strVal val="visible"/>
                                      </p:to>
                                    </p:set>
                                    <p:animEffect transition="in" filter="wheel(1)">
                                      <p:cBhvr>
                                        <p:cTn dur="2000" id="7"/>
                                        <p:tgtEl>
                                          <p:spTgt spid="1048600"/>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1" presetSubtype="0">
                                  <p:stCondLst>
                                    <p:cond delay="0"/>
                                  </p:stCondLst>
                                  <p:childTnLst>
                                    <p:set>
                                      <p:cBhvr>
                                        <p:cTn dur="1" fill="hold" id="11">
                                          <p:stCondLst>
                                            <p:cond delay="0"/>
                                          </p:stCondLst>
                                        </p:cTn>
                                        <p:tgtEl>
                                          <p:spTgt spid="1048599">
                                            <p:txEl>
                                              <p:charRg st="0" end="25"/>
                                            </p:txEl>
                                          </p:spTgt>
                                        </p:tgtEl>
                                        <p:attrNameLst>
                                          <p:attrName>style.visibility</p:attrName>
                                        </p:attrNameLst>
                                      </p:cBhvr>
                                      <p:to>
                                        <p:strVal val="visible"/>
                                      </p:to>
                                    </p:set>
                                  </p:childTnLst>
                                </p:cTn>
                              </p:par>
                            </p:childTnLst>
                          </p:cTn>
                        </p:par>
                      </p:childTnLst>
                    </p:cTn>
                  </p:par>
                  <p:par>
                    <p:cTn fill="hold" id="12" nodeType="clickPar">
                      <p:stCondLst>
                        <p:cond delay="indefinite"/>
                      </p:stCondLst>
                      <p:childTnLst>
                        <p:par>
                          <p:cTn fill="hold" id="13" nodeType="withGroup">
                            <p:stCondLst>
                              <p:cond delay="0"/>
                            </p:stCondLst>
                            <p:childTnLst>
                              <p:par>
                                <p:cTn fill="hold" grpId="0" id="14" nodeType="clickEffect" presetClass="entr" presetID="1" presetSubtype="0">
                                  <p:stCondLst>
                                    <p:cond delay="0"/>
                                  </p:stCondLst>
                                  <p:childTnLst>
                                    <p:set>
                                      <p:cBhvr>
                                        <p:cTn dur="1" fill="hold" id="15">
                                          <p:stCondLst>
                                            <p:cond delay="0"/>
                                          </p:stCondLst>
                                        </p:cTn>
                                        <p:tgtEl>
                                          <p:spTgt spid="1048599">
                                            <p:txEl>
                                              <p:charRg st="25" end="175"/>
                                            </p:txEl>
                                          </p:spTgt>
                                        </p:tgtEl>
                                        <p:attrNameLst>
                                          <p:attrName>style.visibility</p:attrName>
                                        </p:attrNameLst>
                                      </p:cBhvr>
                                      <p:to>
                                        <p:strVal val="visible"/>
                                      </p:to>
                                    </p:set>
                                  </p:childTnLst>
                                </p:cTn>
                              </p:par>
                            </p:childTnLst>
                          </p:cTn>
                        </p:par>
                      </p:childTnLst>
                    </p:cTn>
                  </p:par>
                  <p:par>
                    <p:cTn fill="hold" id="16" nodeType="clickPar">
                      <p:stCondLst>
                        <p:cond delay="indefinite"/>
                      </p:stCondLst>
                      <p:childTnLst>
                        <p:par>
                          <p:cTn fill="hold" id="17" nodeType="withGroup">
                            <p:stCondLst>
                              <p:cond delay="0"/>
                            </p:stCondLst>
                            <p:childTnLst>
                              <p:par>
                                <p:cTn fill="hold" grpId="0" id="18" nodeType="clickEffect" presetClass="entr" presetID="1" presetSubtype="0">
                                  <p:stCondLst>
                                    <p:cond delay="0"/>
                                  </p:stCondLst>
                                  <p:childTnLst>
                                    <p:set>
                                      <p:cBhvr>
                                        <p:cTn dur="1" fill="hold" id="19">
                                          <p:stCondLst>
                                            <p:cond delay="0"/>
                                          </p:stCondLst>
                                        </p:cTn>
                                        <p:tgtEl>
                                          <p:spTgt spid="1048599">
                                            <p:txEl>
                                              <p:charRg st="175" end="496"/>
                                            </p:txEl>
                                          </p:spTgt>
                                        </p:tgtEl>
                                        <p:attrNameLst>
                                          <p:attrName>style.visibility</p:attrName>
                                        </p:attrNameLst>
                                      </p:cBhvr>
                                      <p:to>
                                        <p:strVal val="visible"/>
                                      </p:to>
                                    </p:set>
                                  </p:childTnLst>
                                </p:cTn>
                              </p:par>
                            </p:childTnLst>
                          </p:cTn>
                        </p:par>
                      </p:childTnLst>
                    </p:cTn>
                  </p:par>
                  <p:par>
                    <p:cTn fill="hold" id="20" nodeType="clickPar">
                      <p:stCondLst>
                        <p:cond delay="indefinite"/>
                      </p:stCondLst>
                      <p:childTnLst>
                        <p:par>
                          <p:cTn fill="hold" id="21" nodeType="withGroup">
                            <p:stCondLst>
                              <p:cond delay="0"/>
                            </p:stCondLst>
                            <p:childTnLst>
                              <p:par>
                                <p:cTn fill="hold" grpId="0" id="22" nodeType="clickEffect" presetClass="entr" presetID="1" presetSubtype="0">
                                  <p:stCondLst>
                                    <p:cond delay="0"/>
                                  </p:stCondLst>
                                  <p:childTnLst>
                                    <p:set>
                                      <p:cBhvr>
                                        <p:cTn dur="1" fill="hold" id="23">
                                          <p:stCondLst>
                                            <p:cond delay="0"/>
                                          </p:stCondLst>
                                        </p:cTn>
                                        <p:tgtEl>
                                          <p:spTgt spid="1048599">
                                            <p:txEl>
                                              <p:charRg st="496" end="646"/>
                                            </p:txEl>
                                          </p:spTgt>
                                        </p:tgtEl>
                                        <p:attrNameLst>
                                          <p:attrName>style.visibility</p:attrName>
                                        </p:attrNameLst>
                                      </p:cBhvr>
                                      <p:to>
                                        <p:strVal val="visible"/>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grpId="0" id="26" nodeType="clickEffect" presetClass="entr" presetID="1" presetSubtype="0">
                                  <p:stCondLst>
                                    <p:cond delay="0"/>
                                  </p:stCondLst>
                                  <p:childTnLst>
                                    <p:set>
                                      <p:cBhvr>
                                        <p:cTn dur="1" fill="hold" id="27">
                                          <p:stCondLst>
                                            <p:cond delay="0"/>
                                          </p:stCondLst>
                                        </p:cTn>
                                        <p:tgtEl>
                                          <p:spTgt spid="1048599">
                                            <p:txEl>
                                              <p:charRg st="646" end="870"/>
                                            </p:txEl>
                                          </p:spTgt>
                                        </p:tgtEl>
                                        <p:attrNameLst>
                                          <p:attrName>style.visibility</p:attrName>
                                        </p:attrNameLst>
                                      </p:cBhvr>
                                      <p:to>
                                        <p:strVal val="visible"/>
                                      </p:to>
                                    </p:set>
                                  </p:childTnLst>
                                </p:cTn>
                              </p:par>
                            </p:childTnLst>
                          </p:cTn>
                        </p:par>
                      </p:childTnLst>
                    </p:cTn>
                  </p:par>
                  <p:par>
                    <p:cTn fill="hold" id="28" nodeType="clickPar">
                      <p:stCondLst>
                        <p:cond delay="indefinite"/>
                      </p:stCondLst>
                      <p:childTnLst>
                        <p:par>
                          <p:cTn fill="hold" id="29" nodeType="withGroup">
                            <p:stCondLst>
                              <p:cond delay="0"/>
                            </p:stCondLst>
                            <p:childTnLst>
                              <p:par>
                                <p:cTn fill="hold" grpId="0" id="30" nodeType="clickEffect" presetClass="entr" presetID="1" presetSubtype="0">
                                  <p:stCondLst>
                                    <p:cond delay="0"/>
                                  </p:stCondLst>
                                  <p:childTnLst>
                                    <p:set>
                                      <p:cBhvr>
                                        <p:cTn dur="1" fill="hold" id="31">
                                          <p:stCondLst>
                                            <p:cond delay="0"/>
                                          </p:stCondLst>
                                        </p:cTn>
                                        <p:tgtEl>
                                          <p:spTgt spid="1048599">
                                            <p:txEl>
                                              <p:charRg st="870" end="986"/>
                                            </p:txEl>
                                          </p:spTgt>
                                        </p:tgtEl>
                                        <p:attrNameLst>
                                          <p:attrName>style.visibility</p:attrName>
                                        </p:attrNameLst>
                                      </p:cBhvr>
                                      <p:to>
                                        <p:strVal val="visible"/>
                                      </p:to>
                                    </p:set>
                                  </p:childTnLst>
                                </p:cTn>
                              </p:par>
                            </p:childTnLst>
                          </p:cTn>
                        </p:par>
                      </p:childTnLst>
                    </p:cTn>
                  </p:par>
                  <p:par>
                    <p:cTn fill="hold" id="32" nodeType="clickPar">
                      <p:stCondLst>
                        <p:cond delay="indefinite"/>
                      </p:stCondLst>
                      <p:childTnLst>
                        <p:par>
                          <p:cTn fill="hold" id="33" nodeType="withGroup">
                            <p:stCondLst>
                              <p:cond delay="0"/>
                            </p:stCondLst>
                            <p:childTnLst>
                              <p:par>
                                <p:cTn fill="hold" grpId="0" id="34" nodeType="clickEffect" presetClass="entr" presetID="1" presetSubtype="0">
                                  <p:stCondLst>
                                    <p:cond delay="0"/>
                                  </p:stCondLst>
                                  <p:childTnLst>
                                    <p:set>
                                      <p:cBhvr>
                                        <p:cTn dur="1" fill="hold" id="35">
                                          <p:stCondLst>
                                            <p:cond delay="0"/>
                                          </p:stCondLst>
                                        </p:cTn>
                                        <p:tgtEl>
                                          <p:spTgt spid="1048599">
                                            <p:txEl>
                                              <p:charRg st="986" end="108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9" grpId="0" uiExpand="0" build="p" bldLvl="1"/>
      <p:bldP spid="1048600" grpId="0" uiExpand="0" build="whole"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48" name=""/>
        <p:cNvGrpSpPr/>
        <p:nvPr/>
      </p:nvGrpSpPr>
      <p:grpSpPr>
        <a:xfrm rot="0">
          <a:off x="0" y="0"/>
          <a:ext cx="0" cy="0"/>
          <a:chOff x="0" y="0"/>
          <a:chExt cx="0" cy="0"/>
        </a:xfrm>
      </p:grpSpPr>
      <p:sp>
        <p:nvSpPr>
          <p:cNvPr id="1048601" name=""/>
          <p:cNvSpPr/>
          <p:nvPr>
            <p:ph sz="quarter" idx="4294967295"/>
          </p:nvPr>
        </p:nvSpPr>
        <p:spPr>
          <a:xfrm rot="0">
            <a:off x="609600" y="685800"/>
            <a:ext cx="10972800" cy="568801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50000"/>
              </a:lnSpc>
              <a:spcBef>
                <a:spcPct val="0"/>
              </a:spcBef>
            </a:pPr>
            <a:r>
              <a:rPr altLang="en-US" sz="2000" lang="en-US">
                <a:latin typeface="Times New Roman" pitchFamily="18" charset="0"/>
                <a:ea typeface="Times New Roman" pitchFamily="18" charset="0"/>
              </a:rPr>
              <a:t>1.        Ke</a:t>
            </a:r>
            <a:r>
              <a:rPr altLang="en-US" sz="2000" lang="id-ID">
                <a:latin typeface="Times New Roman" pitchFamily="18" charset="0"/>
                <a:ea typeface="Times New Roman" pitchFamily="18" charset="0"/>
              </a:rPr>
              <a:t>kurangan</a:t>
            </a:r>
            <a:r>
              <a:rPr altLang="en-US" sz="2000" lang="en-US">
                <a:latin typeface="Times New Roman" pitchFamily="18" charset="0"/>
                <a:ea typeface="Times New Roman" pitchFamily="18" charset="0"/>
              </a:rPr>
              <a:t> VOIP</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Kualitas </a:t>
            </a:r>
            <a:r>
              <a:rPr altLang="en-US" sz="2000" lang="en-US">
                <a:latin typeface="Times New Roman" pitchFamily="18" charset="0"/>
                <a:ea typeface="Times New Roman" pitchFamily="18" charset="0"/>
              </a:rPr>
              <a:t>suara yang dihasilkan tidak sejernih dengan jaringan </a:t>
            </a:r>
            <a:r>
              <a:rPr altLang="en-US" sz="2000" lang="en-US">
                <a:latin typeface="Times New Roman" pitchFamily="18" charset="0"/>
                <a:ea typeface="Times New Roman" pitchFamily="18" charset="0"/>
              </a:rPr>
              <a:t>PSTN.</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Ada </a:t>
            </a:r>
            <a:r>
              <a:rPr altLang="en-US" sz="2000" lang="en-US">
                <a:latin typeface="Times New Roman" pitchFamily="18" charset="0"/>
                <a:ea typeface="Times New Roman" pitchFamily="18" charset="0"/>
              </a:rPr>
              <a:t>jeda (beberapa detik) ketika </a:t>
            </a:r>
            <a:r>
              <a:rPr altLang="en-US" sz="2000" lang="en-US">
                <a:latin typeface="Times New Roman" pitchFamily="18" charset="0"/>
                <a:ea typeface="Times New Roman" pitchFamily="18" charset="0"/>
              </a:rPr>
              <a:t>berkomunikasi.</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Regulasi </a:t>
            </a:r>
            <a:r>
              <a:rPr altLang="en-US" sz="2000" lang="en-US">
                <a:latin typeface="Times New Roman" pitchFamily="18" charset="0"/>
                <a:ea typeface="Times New Roman" pitchFamily="18" charset="0"/>
              </a:rPr>
              <a:t>dari Pemerintah Indonesia membatasi penggunaan untuk di sambung ke jaringan milik </a:t>
            </a:r>
            <a:r>
              <a:rPr altLang="en-US" sz="2000" lang="en-US">
                <a:latin typeface="Times New Roman" pitchFamily="18" charset="0"/>
                <a:ea typeface="Times New Roman" pitchFamily="18" charset="0"/>
              </a:rPr>
              <a:t>Telkom</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Perlu </a:t>
            </a:r>
            <a:r>
              <a:rPr altLang="en-US" sz="2000" lang="en-US">
                <a:latin typeface="Times New Roman" pitchFamily="18" charset="0"/>
                <a:ea typeface="Times New Roman" pitchFamily="18" charset="0"/>
              </a:rPr>
              <a:t>janji terlebih dulu untuk saling berhubungan karena dua jaringan internet harus </a:t>
            </a:r>
            <a:r>
              <a:rPr altLang="en-US" sz="2000" lang="en-US">
                <a:latin typeface="Times New Roman" pitchFamily="18" charset="0"/>
                <a:ea typeface="Times New Roman" pitchFamily="18" charset="0"/>
              </a:rPr>
              <a:t>terhubung</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Tidak </a:t>
            </a:r>
            <a:r>
              <a:rPr altLang="en-US" sz="2000" lang="en-US">
                <a:latin typeface="Times New Roman" pitchFamily="18" charset="0"/>
                <a:ea typeface="Times New Roman" pitchFamily="18" charset="0"/>
              </a:rPr>
              <a:t>pernah ada jaminan kualitas bagus jika VOIP melewati </a:t>
            </a:r>
            <a:r>
              <a:rPr altLang="en-US" sz="2000" lang="en-US">
                <a:latin typeface="Times New Roman" pitchFamily="18" charset="0"/>
                <a:ea typeface="Times New Roman" pitchFamily="18" charset="0"/>
              </a:rPr>
              <a:t>internet</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Peralatan </a:t>
            </a:r>
            <a:r>
              <a:rPr altLang="en-US" sz="2000" lang="en-US">
                <a:latin typeface="Times New Roman" pitchFamily="18" charset="0"/>
                <a:ea typeface="Times New Roman" pitchFamily="18" charset="0"/>
              </a:rPr>
              <a:t>relatif lebih mahal, misal pada VOIP dengan PABX (IP telephony </a:t>
            </a:r>
            <a:r>
              <a:rPr altLang="en-US" sz="2000" lang="en-US">
                <a:latin typeface="Times New Roman" pitchFamily="18" charset="0"/>
                <a:ea typeface="Times New Roman" pitchFamily="18" charset="0"/>
              </a:rPr>
              <a:t>gateway)</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Dapat </a:t>
            </a:r>
            <a:r>
              <a:rPr altLang="en-US" sz="2000" lang="en-US">
                <a:latin typeface="Times New Roman" pitchFamily="18" charset="0"/>
                <a:ea typeface="Times New Roman" pitchFamily="18" charset="0"/>
              </a:rPr>
              <a:t>menyebabkan jaringan internet terhambat. Jika pemakaian VOIP semakin banyak, maka potensi jaringan menjadi </a:t>
            </a:r>
            <a:r>
              <a:rPr altLang="en-US" sz="2000" lang="en-US">
                <a:latin typeface="Times New Roman" pitchFamily="18" charset="0"/>
                <a:ea typeface="Times New Roman" pitchFamily="18" charset="0"/>
              </a:rPr>
              <a:t>penuh.</a:t>
            </a:r>
          </a:p>
          <a:p>
            <a:pPr eaLnBrk="1" hangingPunct="1" indent="0" latinLnBrk="1" lvl="0" marL="0">
              <a:lnSpc>
                <a:spcPct val="150000"/>
              </a:lnSpc>
              <a:spcBef>
                <a:spcPct val="0"/>
              </a:spcBef>
              <a:buFont typeface="Wingdings" pitchFamily="2" charset="2"/>
              <a:buChar char="v"/>
            </a:pPr>
            <a:r>
              <a:rPr altLang="en-US" sz="2000" lang="en-US">
                <a:latin typeface="Times New Roman" pitchFamily="18" charset="0"/>
                <a:ea typeface="Times New Roman" pitchFamily="18" charset="0"/>
              </a:rPr>
              <a:t>Penggabungan </a:t>
            </a:r>
            <a:r>
              <a:rPr altLang="en-US" sz="2000" lang="en-US">
                <a:latin typeface="Times New Roman" pitchFamily="18" charset="0"/>
                <a:ea typeface="Times New Roman" pitchFamily="18" charset="0"/>
              </a:rPr>
              <a:t>jaringan VOIP tanpa koordinasi telebih dahulu akan menimbulkan kekacauan dalam sistem penomoran</a:t>
            </a:r>
          </a:p>
        </p:txBody>
      </p:sp>
      <p:sp>
        <p:nvSpPr>
          <p:cNvPr id="1048602" name=""/>
          <p:cNvSpPr/>
          <p:nvPr>
            <p:ph type="title" sz="full" idx="7"/>
          </p:nvPr>
        </p:nvSpPr>
        <p:spPr>
          <a:xfrm rot="0">
            <a:off x="609600" y="274637"/>
            <a:ext cx="10972800" cy="115887"/>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endParaRPr altLang="en-US" sz="1600" lang="en-US">
              <a:solidFill>
                <a:srgbClr val="959599"/>
              </a:solidFill>
            </a:endParaRP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10" presetSubtype="0">
                                  <p:stCondLst>
                                    <p:cond delay="0"/>
                                  </p:stCondLst>
                                  <p:childTnLst>
                                    <p:set>
                                      <p:cBhvr>
                                        <p:cTn dur="1" fill="hold" id="6">
                                          <p:stCondLst>
                                            <p:cond delay="0"/>
                                          </p:stCondLst>
                                        </p:cTn>
                                        <p:tgtEl>
                                          <p:spTgt spid="1048601">
                                            <p:txEl>
                                              <p:charRg st="0" end="26"/>
                                            </p:txEl>
                                          </p:spTgt>
                                        </p:tgtEl>
                                        <p:attrNameLst>
                                          <p:attrName>style.visibility</p:attrName>
                                        </p:attrNameLst>
                                      </p:cBhvr>
                                      <p:to>
                                        <p:strVal val="visible"/>
                                      </p:to>
                                    </p:set>
                                    <p:animEffect transition="in" filter="fade">
                                      <p:cBhvr>
                                        <p:cTn dur="500" id="7"/>
                                        <p:tgtEl>
                                          <p:spTgt spid="1048601">
                                            <p:txEl>
                                              <p:charRg st="0" end="26"/>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10" presetSubtype="0">
                                  <p:stCondLst>
                                    <p:cond delay="0"/>
                                  </p:stCondLst>
                                  <p:childTnLst>
                                    <p:set>
                                      <p:cBhvr>
                                        <p:cTn dur="1" fill="hold" id="11">
                                          <p:stCondLst>
                                            <p:cond delay="0"/>
                                          </p:stCondLst>
                                        </p:cTn>
                                        <p:tgtEl>
                                          <p:spTgt spid="1048601">
                                            <p:txEl>
                                              <p:charRg st="26" end="94"/>
                                            </p:txEl>
                                          </p:spTgt>
                                        </p:tgtEl>
                                        <p:attrNameLst>
                                          <p:attrName>style.visibility</p:attrName>
                                        </p:attrNameLst>
                                      </p:cBhvr>
                                      <p:to>
                                        <p:strVal val="visible"/>
                                      </p:to>
                                    </p:set>
                                    <p:animEffect transition="in" filter="fade">
                                      <p:cBhvr>
                                        <p:cTn dur="500" id="12"/>
                                        <p:tgtEl>
                                          <p:spTgt spid="1048601">
                                            <p:txEl>
                                              <p:charRg st="26" end="94"/>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10" presetSubtype="0">
                                  <p:stCondLst>
                                    <p:cond delay="0"/>
                                  </p:stCondLst>
                                  <p:childTnLst>
                                    <p:set>
                                      <p:cBhvr>
                                        <p:cTn dur="1" fill="hold" id="16">
                                          <p:stCondLst>
                                            <p:cond delay="0"/>
                                          </p:stCondLst>
                                        </p:cTn>
                                        <p:tgtEl>
                                          <p:spTgt spid="1048601">
                                            <p:txEl>
                                              <p:charRg st="94" end="142"/>
                                            </p:txEl>
                                          </p:spTgt>
                                        </p:tgtEl>
                                        <p:attrNameLst>
                                          <p:attrName>style.visibility</p:attrName>
                                        </p:attrNameLst>
                                      </p:cBhvr>
                                      <p:to>
                                        <p:strVal val="visible"/>
                                      </p:to>
                                    </p:set>
                                    <p:animEffect transition="in" filter="fade">
                                      <p:cBhvr>
                                        <p:cTn dur="500" id="17"/>
                                        <p:tgtEl>
                                          <p:spTgt spid="1048601">
                                            <p:txEl>
                                              <p:charRg st="94" end="142"/>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10" presetSubtype="0">
                                  <p:stCondLst>
                                    <p:cond delay="0"/>
                                  </p:stCondLst>
                                  <p:childTnLst>
                                    <p:set>
                                      <p:cBhvr>
                                        <p:cTn dur="1" fill="hold" id="21">
                                          <p:stCondLst>
                                            <p:cond delay="0"/>
                                          </p:stCondLst>
                                        </p:cTn>
                                        <p:tgtEl>
                                          <p:spTgt spid="1048601">
                                            <p:txEl>
                                              <p:charRg st="142" end="240"/>
                                            </p:txEl>
                                          </p:spTgt>
                                        </p:tgtEl>
                                        <p:attrNameLst>
                                          <p:attrName>style.visibility</p:attrName>
                                        </p:attrNameLst>
                                      </p:cBhvr>
                                      <p:to>
                                        <p:strVal val="visible"/>
                                      </p:to>
                                    </p:set>
                                    <p:animEffect transition="in" filter="fade">
                                      <p:cBhvr>
                                        <p:cTn dur="500" id="22"/>
                                        <p:tgtEl>
                                          <p:spTgt spid="1048601">
                                            <p:txEl>
                                              <p:charRg st="142" end="240"/>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10" presetSubtype="0">
                                  <p:stCondLst>
                                    <p:cond delay="0"/>
                                  </p:stCondLst>
                                  <p:childTnLst>
                                    <p:set>
                                      <p:cBhvr>
                                        <p:cTn dur="1" fill="hold" id="26">
                                          <p:stCondLst>
                                            <p:cond delay="0"/>
                                          </p:stCondLst>
                                        </p:cTn>
                                        <p:tgtEl>
                                          <p:spTgt spid="1048601">
                                            <p:txEl>
                                              <p:charRg st="240" end="336"/>
                                            </p:txEl>
                                          </p:spTgt>
                                        </p:tgtEl>
                                        <p:attrNameLst>
                                          <p:attrName>style.visibility</p:attrName>
                                        </p:attrNameLst>
                                      </p:cBhvr>
                                      <p:to>
                                        <p:strVal val="visible"/>
                                      </p:to>
                                    </p:set>
                                    <p:animEffect transition="in" filter="fade">
                                      <p:cBhvr>
                                        <p:cTn dur="500" id="27"/>
                                        <p:tgtEl>
                                          <p:spTgt spid="1048601">
                                            <p:txEl>
                                              <p:charRg st="240" end="336"/>
                                            </p:txEl>
                                          </p:spTgt>
                                        </p:tgtEl>
                                      </p:cBhvr>
                                    </p:animEffect>
                                  </p:childTnLst>
                                </p:cTn>
                              </p:par>
                            </p:childTnLst>
                          </p:cTn>
                        </p:par>
                      </p:childTnLst>
                    </p:cTn>
                  </p:par>
                  <p:par>
                    <p:cTn fill="hold" id="28" nodeType="clickPar">
                      <p:stCondLst>
                        <p:cond delay="indefinite"/>
                      </p:stCondLst>
                      <p:childTnLst>
                        <p:par>
                          <p:cTn fill="hold" id="29" nodeType="withGroup">
                            <p:stCondLst>
                              <p:cond delay="0"/>
                            </p:stCondLst>
                            <p:childTnLst>
                              <p:par>
                                <p:cTn fill="hold" grpId="0" id="30" nodeType="clickEffect" presetClass="entr" presetID="10" presetSubtype="0">
                                  <p:stCondLst>
                                    <p:cond delay="0"/>
                                  </p:stCondLst>
                                  <p:childTnLst>
                                    <p:set>
                                      <p:cBhvr>
                                        <p:cTn dur="1" fill="hold" id="31">
                                          <p:stCondLst>
                                            <p:cond delay="0"/>
                                          </p:stCondLst>
                                        </p:cTn>
                                        <p:tgtEl>
                                          <p:spTgt spid="1048601">
                                            <p:txEl>
                                              <p:charRg st="336" end="404"/>
                                            </p:txEl>
                                          </p:spTgt>
                                        </p:tgtEl>
                                        <p:attrNameLst>
                                          <p:attrName>style.visibility</p:attrName>
                                        </p:attrNameLst>
                                      </p:cBhvr>
                                      <p:to>
                                        <p:strVal val="visible"/>
                                      </p:to>
                                    </p:set>
                                    <p:animEffect transition="in" filter="fade">
                                      <p:cBhvr>
                                        <p:cTn dur="500" id="32"/>
                                        <p:tgtEl>
                                          <p:spTgt spid="1048601">
                                            <p:txEl>
                                              <p:charRg st="336" end="404"/>
                                            </p:txEl>
                                          </p:spTgt>
                                        </p:tgtEl>
                                      </p:cBhvr>
                                    </p:animEffect>
                                  </p:childTnLst>
                                </p:cTn>
                              </p:par>
                            </p:childTnLst>
                          </p:cTn>
                        </p:par>
                      </p:childTnLst>
                    </p:cTn>
                  </p:par>
                  <p:par>
                    <p:cTn fill="hold" id="33" nodeType="clickPar">
                      <p:stCondLst>
                        <p:cond delay="indefinite"/>
                      </p:stCondLst>
                      <p:childTnLst>
                        <p:par>
                          <p:cTn fill="hold" id="34" nodeType="withGroup">
                            <p:stCondLst>
                              <p:cond delay="0"/>
                            </p:stCondLst>
                            <p:childTnLst>
                              <p:par>
                                <p:cTn fill="hold" grpId="0" id="35" nodeType="clickEffect" presetClass="entr" presetID="10" presetSubtype="0">
                                  <p:stCondLst>
                                    <p:cond delay="0"/>
                                  </p:stCondLst>
                                  <p:childTnLst>
                                    <p:set>
                                      <p:cBhvr>
                                        <p:cTn dur="1" fill="hold" id="36">
                                          <p:stCondLst>
                                            <p:cond delay="0"/>
                                          </p:stCondLst>
                                        </p:cTn>
                                        <p:tgtEl>
                                          <p:spTgt spid="1048601">
                                            <p:txEl>
                                              <p:charRg st="404" end="486"/>
                                            </p:txEl>
                                          </p:spTgt>
                                        </p:tgtEl>
                                        <p:attrNameLst>
                                          <p:attrName>style.visibility</p:attrName>
                                        </p:attrNameLst>
                                      </p:cBhvr>
                                      <p:to>
                                        <p:strVal val="visible"/>
                                      </p:to>
                                    </p:set>
                                    <p:animEffect transition="in" filter="fade">
                                      <p:cBhvr>
                                        <p:cTn dur="500" id="37"/>
                                        <p:tgtEl>
                                          <p:spTgt spid="1048601">
                                            <p:txEl>
                                              <p:charRg st="404" end="486"/>
                                            </p:txEl>
                                          </p:spTgt>
                                        </p:tgtEl>
                                      </p:cBhvr>
                                    </p:animEffect>
                                  </p:childTnLst>
                                </p:cTn>
                              </p:par>
                            </p:childTnLst>
                          </p:cTn>
                        </p:par>
                      </p:childTnLst>
                    </p:cTn>
                  </p:par>
                  <p:par>
                    <p:cTn fill="hold" id="38" nodeType="clickPar">
                      <p:stCondLst>
                        <p:cond delay="indefinite"/>
                      </p:stCondLst>
                      <p:childTnLst>
                        <p:par>
                          <p:cTn fill="hold" id="39" nodeType="withGroup">
                            <p:stCondLst>
                              <p:cond delay="0"/>
                            </p:stCondLst>
                            <p:childTnLst>
                              <p:par>
                                <p:cTn fill="hold" grpId="0" id="40" nodeType="clickEffect" presetClass="entr" presetID="10" presetSubtype="0">
                                  <p:stCondLst>
                                    <p:cond delay="0"/>
                                  </p:stCondLst>
                                  <p:childTnLst>
                                    <p:set>
                                      <p:cBhvr>
                                        <p:cTn dur="1" fill="hold" id="41">
                                          <p:stCondLst>
                                            <p:cond delay="0"/>
                                          </p:stCondLst>
                                        </p:cTn>
                                        <p:tgtEl>
                                          <p:spTgt spid="1048601">
                                            <p:txEl>
                                              <p:charRg st="486" end="606"/>
                                            </p:txEl>
                                          </p:spTgt>
                                        </p:tgtEl>
                                        <p:attrNameLst>
                                          <p:attrName>style.visibility</p:attrName>
                                        </p:attrNameLst>
                                      </p:cBhvr>
                                      <p:to>
                                        <p:strVal val="visible"/>
                                      </p:to>
                                    </p:set>
                                    <p:animEffect transition="in" filter="fade">
                                      <p:cBhvr>
                                        <p:cTn dur="500" id="42"/>
                                        <p:tgtEl>
                                          <p:spTgt spid="1048601">
                                            <p:txEl>
                                              <p:charRg st="486" end="606"/>
                                            </p:txEl>
                                          </p:spTgt>
                                        </p:tgtEl>
                                      </p:cBhvr>
                                    </p:animEffect>
                                  </p:childTnLst>
                                </p:cTn>
                              </p:par>
                            </p:childTnLst>
                          </p:cTn>
                        </p:par>
                      </p:childTnLst>
                    </p:cTn>
                  </p:par>
                  <p:par>
                    <p:cTn fill="hold" id="43" nodeType="clickPar">
                      <p:stCondLst>
                        <p:cond delay="indefinite"/>
                      </p:stCondLst>
                      <p:childTnLst>
                        <p:par>
                          <p:cTn fill="hold" id="44" nodeType="withGroup">
                            <p:stCondLst>
                              <p:cond delay="0"/>
                            </p:stCondLst>
                            <p:childTnLst>
                              <p:par>
                                <p:cTn fill="hold" grpId="0" id="45" nodeType="clickEffect" presetClass="entr" presetID="10" presetSubtype="0">
                                  <p:stCondLst>
                                    <p:cond delay="0"/>
                                  </p:stCondLst>
                                  <p:childTnLst>
                                    <p:set>
                                      <p:cBhvr>
                                        <p:cTn dur="1" fill="hold" id="46">
                                          <p:stCondLst>
                                            <p:cond delay="0"/>
                                          </p:stCondLst>
                                        </p:cTn>
                                        <p:tgtEl>
                                          <p:spTgt spid="1048601">
                                            <p:txEl>
                                              <p:charRg st="606" end="715"/>
                                            </p:txEl>
                                          </p:spTgt>
                                        </p:tgtEl>
                                        <p:attrNameLst>
                                          <p:attrName>style.visibility</p:attrName>
                                        </p:attrNameLst>
                                      </p:cBhvr>
                                      <p:to>
                                        <p:strVal val="visible"/>
                                      </p:to>
                                    </p:set>
                                    <p:animEffect transition="in" filter="fade">
                                      <p:cBhvr>
                                        <p:cTn dur="500" id="47"/>
                                        <p:tgtEl>
                                          <p:spTgt spid="1048601">
                                            <p:txEl>
                                              <p:charRg st="606" end="7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1" grpId="0" uiExpand="0" build="p" bldLvl="1"/>
    </p:bldLst>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49" name=""/>
        <p:cNvGrpSpPr/>
        <p:nvPr/>
      </p:nvGrpSpPr>
      <p:grpSpPr>
        <a:xfrm rot="0">
          <a:off x="0" y="0"/>
          <a:ext cx="0" cy="0"/>
          <a:chOff x="0" y="0"/>
          <a:chExt cx="0" cy="0"/>
        </a:xfrm>
      </p:grpSpPr>
      <p:sp>
        <p:nvSpPr>
          <p:cNvPr id="1048603" name=""/>
          <p:cNvSpPr/>
          <p:nvPr>
            <p:ph sz="quarter" idx="4294967295"/>
          </p:nvPr>
        </p:nvSpPr>
        <p:spPr>
          <a:xfrm rot="0">
            <a:off x="609600" y="1209675"/>
            <a:ext cx="5384800" cy="523081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457200" latinLnBrk="1" lvl="0" marL="457200">
              <a:lnSpc>
                <a:spcPct val="140000"/>
              </a:lnSpc>
              <a:spcBef>
                <a:spcPct val="0"/>
              </a:spcBef>
              <a:buFont typeface="Garamond" pitchFamily="18" charset="0"/>
              <a:buAutoNum type="arabicPeriod" startAt="1"/>
            </a:pPr>
            <a:r>
              <a:rPr altLang="en-US" sz="1900" lang="id-ID">
                <a:latin typeface="Times New Roman" pitchFamily="18" charset="0"/>
                <a:ea typeface="Times New Roman" pitchFamily="18" charset="0"/>
              </a:rPr>
              <a:t>Kelebihan PSTN</a:t>
            </a:r>
          </a:p>
          <a:p>
            <a:pPr eaLnBrk="1" hangingPunct="1" indent="-457200" latinLnBrk="1" lvl="0" marL="457200">
              <a:lnSpc>
                <a:spcPct val="140000"/>
              </a:lnSpc>
              <a:spcBef>
                <a:spcPct val="0"/>
              </a:spcBef>
              <a:buFont typeface="Wingdings" pitchFamily="2" charset="2"/>
              <a:buChar char="Ø"/>
            </a:pPr>
            <a:r>
              <a:rPr altLang="en-US" sz="1900" lang="en-US">
                <a:latin typeface="Times New Roman" pitchFamily="18" charset="0"/>
                <a:ea typeface="Times New Roman" pitchFamily="18" charset="0"/>
              </a:rPr>
              <a:t>Lebih </a:t>
            </a:r>
            <a:r>
              <a:rPr altLang="en-US" sz="1900" lang="en-US">
                <a:latin typeface="Times New Roman" pitchFamily="18" charset="0"/>
                <a:ea typeface="Times New Roman" pitchFamily="18" charset="0"/>
              </a:rPr>
              <a:t>ekonomis, karena jumlah kabel yang digunakan lebih sedikit. Hal ini disebabkan oleh pemakaian kabel untuk menghubungkan antara satu pelanggan dengan pelanggan lainnya melalui </a:t>
            </a:r>
            <a:r>
              <a:rPr altLang="en-US" sz="1900" lang="en-US">
                <a:latin typeface="Times New Roman" pitchFamily="18" charset="0"/>
                <a:ea typeface="Times New Roman" pitchFamily="18" charset="0"/>
              </a:rPr>
              <a:t>sentral</a:t>
            </a:r>
            <a:r>
              <a:rPr altLang="en-US" sz="1900" lang="id-ID">
                <a:latin typeface="Times New Roman" pitchFamily="18" charset="0"/>
                <a:ea typeface="Times New Roman" pitchFamily="18" charset="0"/>
              </a:rPr>
              <a:t>.</a:t>
            </a:r>
          </a:p>
          <a:p>
            <a:pPr eaLnBrk="1" hangingPunct="1" indent="-457200" latinLnBrk="1" lvl="0" marL="457200">
              <a:lnSpc>
                <a:spcPct val="140000"/>
              </a:lnSpc>
              <a:spcBef>
                <a:spcPct val="0"/>
              </a:spcBef>
              <a:buFont typeface="Wingdings" pitchFamily="2" charset="2"/>
              <a:buChar char="Ø"/>
            </a:pPr>
            <a:r>
              <a:rPr altLang="en-US" sz="1900" lang="en-US">
                <a:latin typeface="Times New Roman" pitchFamily="18" charset="0"/>
                <a:ea typeface="Times New Roman" pitchFamily="18" charset="0"/>
              </a:rPr>
              <a:t>Peralatan </a:t>
            </a:r>
            <a:r>
              <a:rPr altLang="en-US" sz="1900" lang="en-US">
                <a:latin typeface="Times New Roman" pitchFamily="18" charset="0"/>
                <a:ea typeface="Times New Roman" pitchFamily="18" charset="0"/>
              </a:rPr>
              <a:t>yang digunakan jauh lebih </a:t>
            </a:r>
            <a:r>
              <a:rPr altLang="en-US" sz="1900" lang="en-US">
                <a:latin typeface="Times New Roman" pitchFamily="18" charset="0"/>
                <a:ea typeface="Times New Roman" pitchFamily="18" charset="0"/>
              </a:rPr>
              <a:t>sederhana</a:t>
            </a:r>
            <a:r>
              <a:rPr altLang="en-US" sz="1900" lang="id-ID">
                <a:latin typeface="Times New Roman" pitchFamily="18" charset="0"/>
                <a:ea typeface="Times New Roman" pitchFamily="18" charset="0"/>
              </a:rPr>
              <a:t>.</a:t>
            </a:r>
          </a:p>
          <a:p>
            <a:pPr eaLnBrk="1" hangingPunct="1" indent="-457200" latinLnBrk="1" lvl="0" marL="457200">
              <a:lnSpc>
                <a:spcPct val="140000"/>
              </a:lnSpc>
              <a:spcBef>
                <a:spcPct val="0"/>
              </a:spcBef>
              <a:buFont typeface="Wingdings" pitchFamily="2" charset="2"/>
              <a:buChar char="Ø"/>
            </a:pPr>
            <a:r>
              <a:rPr altLang="en-US" sz="1900" lang="en-US">
                <a:latin typeface="Times New Roman" pitchFamily="18" charset="0"/>
                <a:ea typeface="Times New Roman" pitchFamily="18" charset="0"/>
              </a:rPr>
              <a:t>Karena </a:t>
            </a:r>
            <a:r>
              <a:rPr altLang="en-US" sz="1900" lang="en-US">
                <a:latin typeface="Times New Roman" pitchFamily="18" charset="0"/>
                <a:ea typeface="Times New Roman" pitchFamily="18" charset="0"/>
              </a:rPr>
              <a:t>routing dilakukan otomatis melalui sentral, maka tidak diperlukan adanya </a:t>
            </a:r>
            <a:r>
              <a:rPr altLang="en-US" sz="1900" lang="en-US">
                <a:latin typeface="Times New Roman" pitchFamily="18" charset="0"/>
                <a:ea typeface="Times New Roman" pitchFamily="18" charset="0"/>
              </a:rPr>
              <a:t>operator</a:t>
            </a:r>
            <a:r>
              <a:rPr altLang="en-US" sz="1900" lang="id-ID">
                <a:latin typeface="Times New Roman" pitchFamily="18" charset="0"/>
                <a:ea typeface="Times New Roman" pitchFamily="18" charset="0"/>
              </a:rPr>
              <a:t>.</a:t>
            </a:r>
          </a:p>
          <a:p>
            <a:pPr eaLnBrk="1" hangingPunct="1" indent="-457200" latinLnBrk="1" lvl="0" marL="457200">
              <a:lnSpc>
                <a:spcPct val="140000"/>
              </a:lnSpc>
              <a:spcBef>
                <a:spcPct val="0"/>
              </a:spcBef>
              <a:buFont typeface="Wingdings" pitchFamily="2" charset="2"/>
              <a:buChar char="Ø"/>
            </a:pPr>
            <a:r>
              <a:rPr altLang="en-US" sz="1900" lang="en-US">
                <a:latin typeface="Times New Roman" pitchFamily="18" charset="0"/>
                <a:ea typeface="Times New Roman" pitchFamily="18" charset="0"/>
              </a:rPr>
              <a:t>Kualitas </a:t>
            </a:r>
            <a:r>
              <a:rPr altLang="en-US" sz="1900" lang="en-US">
                <a:latin typeface="Times New Roman" pitchFamily="18" charset="0"/>
                <a:ea typeface="Times New Roman" pitchFamily="18" charset="0"/>
              </a:rPr>
              <a:t>suara jernih saat berkomunikasi dan bicara pun </a:t>
            </a:r>
            <a:r>
              <a:rPr altLang="en-US" sz="1900" lang="en-US">
                <a:latin typeface="Times New Roman" pitchFamily="18" charset="0"/>
                <a:ea typeface="Times New Roman" pitchFamily="18" charset="0"/>
              </a:rPr>
              <a:t>lancar</a:t>
            </a:r>
            <a:r>
              <a:rPr altLang="en-US" sz="1900" lang="id-ID">
                <a:latin typeface="Times New Roman" pitchFamily="18" charset="0"/>
                <a:ea typeface="Times New Roman" pitchFamily="18" charset="0"/>
              </a:rPr>
              <a:t>.</a:t>
            </a:r>
          </a:p>
        </p:txBody>
      </p:sp>
      <p:sp>
        <p:nvSpPr>
          <p:cNvPr id="1048604" name=""/>
          <p:cNvSpPr/>
          <p:nvPr>
            <p:ph sz="quarter" idx="4294967295"/>
          </p:nvPr>
        </p:nvSpPr>
        <p:spPr>
          <a:xfrm rot="0">
            <a:off x="6197600" y="1317625"/>
            <a:ext cx="5384800" cy="512286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50000"/>
              </a:lnSpc>
              <a:spcBef>
                <a:spcPct val="0"/>
              </a:spcBef>
            </a:pPr>
            <a:r>
              <a:rPr altLang="en-US" sz="2000" lang="id-ID">
                <a:latin typeface="Times New Roman" pitchFamily="18" charset="0"/>
                <a:ea typeface="Times New Roman" pitchFamily="18" charset="0"/>
              </a:rPr>
              <a:t>2.    Kekurangan PSTN</a:t>
            </a:r>
          </a:p>
          <a:p>
            <a:pPr eaLnBrk="1" hangingPunct="1" indent="0" latinLnBrk="1" lvl="0" marL="0">
              <a:lnSpc>
                <a:spcPct val="150000"/>
              </a:lnSpc>
              <a:spcBef>
                <a:spcPct val="0"/>
              </a:spcBef>
              <a:buFont typeface="Wingdings" pitchFamily="2" charset="2"/>
              <a:buChar char="q"/>
            </a:pPr>
            <a:r>
              <a:rPr altLang="en-US" sz="2000" lang="en-US">
                <a:latin typeface="Times New Roman" pitchFamily="18" charset="0"/>
                <a:ea typeface="Times New Roman" pitchFamily="18" charset="0"/>
              </a:rPr>
              <a:t>Biaya </a:t>
            </a:r>
            <a:r>
              <a:rPr altLang="en-US" sz="2000" lang="en-US">
                <a:latin typeface="Times New Roman" pitchFamily="18" charset="0"/>
                <a:ea typeface="Times New Roman" pitchFamily="18" charset="0"/>
              </a:rPr>
              <a:t>lebih mahal jika berhubungan dalam jarak </a:t>
            </a:r>
            <a:r>
              <a:rPr altLang="en-US" sz="2000" lang="en-US">
                <a:latin typeface="Times New Roman" pitchFamily="18" charset="0"/>
                <a:ea typeface="Times New Roman" pitchFamily="18" charset="0"/>
              </a:rPr>
              <a:t>jauh</a:t>
            </a:r>
            <a:r>
              <a:rPr altLang="en-US" sz="2000" lang="id-ID">
                <a:latin typeface="Times New Roman" pitchFamily="18" charset="0"/>
                <a:ea typeface="Times New Roman" pitchFamily="18" charset="0"/>
              </a:rPr>
              <a:t>.</a:t>
            </a:r>
          </a:p>
          <a:p>
            <a:pPr eaLnBrk="1" hangingPunct="1" indent="0" latinLnBrk="1" lvl="0" marL="0">
              <a:lnSpc>
                <a:spcPct val="150000"/>
              </a:lnSpc>
              <a:spcBef>
                <a:spcPct val="0"/>
              </a:spcBef>
              <a:buFont typeface="Wingdings" pitchFamily="2" charset="2"/>
              <a:buChar char="q"/>
            </a:pPr>
            <a:r>
              <a:rPr altLang="en-US" sz="2000" lang="en-US">
                <a:latin typeface="Times New Roman" pitchFamily="18" charset="0"/>
                <a:ea typeface="Times New Roman" pitchFamily="18" charset="0"/>
              </a:rPr>
              <a:t>Perlu </a:t>
            </a:r>
            <a:r>
              <a:rPr altLang="en-US" sz="2000" lang="en-US">
                <a:latin typeface="Times New Roman" pitchFamily="18" charset="0"/>
                <a:ea typeface="Times New Roman" pitchFamily="18" charset="0"/>
              </a:rPr>
              <a:t>sistem signalling yaitu proses pertukaran informasi di antara komponen-komponen dalam sistem </a:t>
            </a:r>
            <a:r>
              <a:rPr altLang="en-US" sz="2000" lang="en-US">
                <a:latin typeface="Times New Roman" pitchFamily="18" charset="0"/>
                <a:ea typeface="Times New Roman" pitchFamily="18" charset="0"/>
              </a:rPr>
              <a:t>telekomunikasi</a:t>
            </a:r>
            <a:r>
              <a:rPr altLang="en-US" sz="2000" lang="id-ID">
                <a:latin typeface="Times New Roman" pitchFamily="18" charset="0"/>
                <a:ea typeface="Times New Roman" pitchFamily="18" charset="0"/>
              </a:rPr>
              <a:t>.</a:t>
            </a:r>
            <a:br/>
            <a:endParaRPr altLang="en-US" sz="2000" lang="en-US"/>
          </a:p>
        </p:txBody>
      </p:sp>
      <p:sp>
        <p:nvSpPr>
          <p:cNvPr id="1048605" name=""/>
          <p:cNvSpPr/>
          <p:nvPr>
            <p:ph type="title" sz="full" idx="4294967295"/>
          </p:nvPr>
        </p:nvSpPr>
        <p:spPr>
          <a:xfrm rot="0">
            <a:off x="609600" y="274637"/>
            <a:ext cx="10972800" cy="8286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r>
              <a:rPr altLang="en-US" sz="4000" lang="id-ID">
                <a:solidFill>
                  <a:srgbClr val="959599"/>
                </a:solidFill>
                <a:latin typeface="Bernard MT Condensed" pitchFamily="18" charset="0"/>
              </a:rPr>
              <a:t>KELEBIHAN &amp; KEKURANGAN PSTN</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03">
                                            <p:txEl>
                                              <p:charRg st="0" end="15"/>
                                            </p:txEl>
                                          </p:spTgt>
                                        </p:tgtEl>
                                        <p:attrNameLst>
                                          <p:attrName>style.visibility</p:attrName>
                                        </p:attrNameLst>
                                      </p:cBhvr>
                                      <p:to>
                                        <p:strVal val="visible"/>
                                      </p:to>
                                    </p:set>
                                    <p:anim calcmode="lin" valueType="num">
                                      <p:cBhvr additive="base">
                                        <p:cTn dur="500" fill="hold" id="7"/>
                                        <p:tgtEl>
                                          <p:spTgt spid="1048603">
                                            <p:txEl>
                                              <p:charRg st="0" end="15"/>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03">
                                            <p:txEl>
                                              <p:charRg st="0" end="15"/>
                                            </p:txEl>
                                          </p:spTgt>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03">
                                            <p:txEl>
                                              <p:charRg st="15" end="205"/>
                                            </p:txEl>
                                          </p:spTgt>
                                        </p:tgtEl>
                                        <p:attrNameLst>
                                          <p:attrName>style.visibility</p:attrName>
                                        </p:attrNameLst>
                                      </p:cBhvr>
                                      <p:to>
                                        <p:strVal val="visible"/>
                                      </p:to>
                                    </p:set>
                                    <p:anim calcmode="lin" valueType="num">
                                      <p:cBhvr additive="base">
                                        <p:cTn dur="500" fill="hold" id="13"/>
                                        <p:tgtEl>
                                          <p:spTgt spid="1048603">
                                            <p:txEl>
                                              <p:charRg st="15" end="205"/>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03">
                                            <p:txEl>
                                              <p:charRg st="15" end="205"/>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03">
                                            <p:txEl>
                                              <p:charRg st="205" end="252"/>
                                            </p:txEl>
                                          </p:spTgt>
                                        </p:tgtEl>
                                        <p:attrNameLst>
                                          <p:attrName>style.visibility</p:attrName>
                                        </p:attrNameLst>
                                      </p:cBhvr>
                                      <p:to>
                                        <p:strVal val="visible"/>
                                      </p:to>
                                    </p:set>
                                    <p:anim calcmode="lin" valueType="num">
                                      <p:cBhvr additive="base">
                                        <p:cTn dur="500" fill="hold" id="19"/>
                                        <p:tgtEl>
                                          <p:spTgt spid="1048603">
                                            <p:txEl>
                                              <p:charRg st="205" end="25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03">
                                            <p:txEl>
                                              <p:charRg st="205" end="25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603">
                                            <p:txEl>
                                              <p:charRg st="252" end="342"/>
                                            </p:txEl>
                                          </p:spTgt>
                                        </p:tgtEl>
                                        <p:attrNameLst>
                                          <p:attrName>style.visibility</p:attrName>
                                        </p:attrNameLst>
                                      </p:cBhvr>
                                      <p:to>
                                        <p:strVal val="visible"/>
                                      </p:to>
                                    </p:set>
                                    <p:anim calcmode="lin" valueType="num">
                                      <p:cBhvr additive="base">
                                        <p:cTn dur="500" fill="hold" id="25"/>
                                        <p:tgtEl>
                                          <p:spTgt spid="1048603">
                                            <p:txEl>
                                              <p:charRg st="252" end="34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03">
                                            <p:txEl>
                                              <p:charRg st="252" end="34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2" presetSubtype="4">
                                  <p:stCondLst>
                                    <p:cond delay="0"/>
                                  </p:stCondLst>
                                  <p:childTnLst>
                                    <p:set>
                                      <p:cBhvr>
                                        <p:cTn dur="1" fill="hold" id="30">
                                          <p:stCondLst>
                                            <p:cond delay="0"/>
                                          </p:stCondLst>
                                        </p:cTn>
                                        <p:tgtEl>
                                          <p:spTgt spid="1048603">
                                            <p:txEl>
                                              <p:charRg st="342" end="406"/>
                                            </p:txEl>
                                          </p:spTgt>
                                        </p:tgtEl>
                                        <p:attrNameLst>
                                          <p:attrName>style.visibility</p:attrName>
                                        </p:attrNameLst>
                                      </p:cBhvr>
                                      <p:to>
                                        <p:strVal val="visible"/>
                                      </p:to>
                                    </p:set>
                                    <p:anim calcmode="lin" valueType="num">
                                      <p:cBhvr additive="base">
                                        <p:cTn dur="500" fill="hold" id="31"/>
                                        <p:tgtEl>
                                          <p:spTgt spid="1048603">
                                            <p:txEl>
                                              <p:charRg st="342" end="406"/>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03">
                                            <p:txEl>
                                              <p:charRg st="342" end="406"/>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42" presetSubtype="0">
                                  <p:stCondLst>
                                    <p:cond delay="0"/>
                                  </p:stCondLst>
                                  <p:childTnLst>
                                    <p:set>
                                      <p:cBhvr>
                                        <p:cTn dur="1" fill="hold" id="36">
                                          <p:stCondLst>
                                            <p:cond delay="0"/>
                                          </p:stCondLst>
                                        </p:cTn>
                                        <p:tgtEl>
                                          <p:spTgt spid="1048604">
                                            <p:txEl>
                                              <p:charRg st="0" end="22"/>
                                            </p:txEl>
                                          </p:spTgt>
                                        </p:tgtEl>
                                        <p:attrNameLst>
                                          <p:attrName>style.visibility</p:attrName>
                                        </p:attrNameLst>
                                      </p:cBhvr>
                                      <p:to>
                                        <p:strVal val="visible"/>
                                      </p:to>
                                    </p:set>
                                    <p:animEffect transition="in" filter="fade">
                                      <p:cBhvr>
                                        <p:cTn dur="1000" id="37"/>
                                        <p:tgtEl>
                                          <p:spTgt spid="1048604">
                                            <p:txEl>
                                              <p:charRg st="0" end="22"/>
                                            </p:txEl>
                                          </p:spTgt>
                                        </p:tgtEl>
                                      </p:cBhvr>
                                    </p:animEffect>
                                    <p:anim calcmode="lin" valueType="num">
                                      <p:cBhvr>
                                        <p:cTn dur="1000" fill="hold" id="38"/>
                                        <p:tgtEl>
                                          <p:spTgt spid="1048604">
                                            <p:txEl>
                                              <p:charRg st="0" end="22"/>
                                            </p:txEl>
                                          </p:spTgt>
                                        </p:tgtEl>
                                        <p:attrNameLst>
                                          <p:attrName>ppt_x</p:attrName>
                                        </p:attrNameLst>
                                      </p:cBhvr>
                                      <p:tavLst>
                                        <p:tav tm="0">
                                          <p:val>
                                            <p:strVal val="#ppt_x"/>
                                          </p:val>
                                        </p:tav>
                                        <p:tav tm="100000">
                                          <p:val>
                                            <p:strVal val="#ppt_x"/>
                                          </p:val>
                                        </p:tav>
                                      </p:tavLst>
                                    </p:anim>
                                    <p:anim calcmode="lin" valueType="num">
                                      <p:cBhvr>
                                        <p:cTn dur="1000" fill="hold" id="39"/>
                                        <p:tgtEl>
                                          <p:spTgt spid="1048604">
                                            <p:txEl>
                                              <p:charRg st="0" end="22"/>
                                            </p:txEl>
                                          </p:spTgt>
                                        </p:tgtEl>
                                        <p:attrNameLst>
                                          <p:attrName>ppt_y</p:attrName>
                                        </p:attrNameLst>
                                      </p:cBhvr>
                                      <p:tavLst>
                                        <p:tav tm="0">
                                          <p:val>
                                            <p:strVal val="#ppt_y+.1"/>
                                          </p:val>
                                        </p:tav>
                                        <p:tav tm="100000">
                                          <p:val>
                                            <p:strVal val="#ppt_y"/>
                                          </p:val>
                                        </p:tav>
                                      </p:tavLst>
                                    </p:anim>
                                  </p:childTnLst>
                                </p:cTn>
                              </p:par>
                            </p:childTnLst>
                          </p:cTn>
                        </p:par>
                      </p:childTnLst>
                    </p:cTn>
                  </p:par>
                  <p:par>
                    <p:cTn fill="hold" id="40">
                      <p:stCondLst>
                        <p:cond delay="indefinite"/>
                      </p:stCondLst>
                      <p:childTnLst>
                        <p:par>
                          <p:cTn fill="hold" id="41">
                            <p:stCondLst>
                              <p:cond delay="0"/>
                            </p:stCondLst>
                            <p:childTnLst>
                              <p:par>
                                <p:cTn fill="hold" grpId="0" id="42" nodeType="clickEffect" presetClass="entr" presetID="42" presetSubtype="0">
                                  <p:stCondLst>
                                    <p:cond delay="0"/>
                                  </p:stCondLst>
                                  <p:childTnLst>
                                    <p:set>
                                      <p:cBhvr>
                                        <p:cTn dur="1" fill="hold" id="43">
                                          <p:stCondLst>
                                            <p:cond delay="0"/>
                                          </p:stCondLst>
                                        </p:cTn>
                                        <p:tgtEl>
                                          <p:spTgt spid="1048604">
                                            <p:txEl>
                                              <p:charRg st="22" end="75"/>
                                            </p:txEl>
                                          </p:spTgt>
                                        </p:tgtEl>
                                        <p:attrNameLst>
                                          <p:attrName>style.visibility</p:attrName>
                                        </p:attrNameLst>
                                      </p:cBhvr>
                                      <p:to>
                                        <p:strVal val="visible"/>
                                      </p:to>
                                    </p:set>
                                    <p:animEffect transition="in" filter="fade">
                                      <p:cBhvr>
                                        <p:cTn dur="1000" id="44"/>
                                        <p:tgtEl>
                                          <p:spTgt spid="1048604">
                                            <p:txEl>
                                              <p:charRg st="22" end="75"/>
                                            </p:txEl>
                                          </p:spTgt>
                                        </p:tgtEl>
                                      </p:cBhvr>
                                    </p:animEffect>
                                    <p:anim calcmode="lin" valueType="num">
                                      <p:cBhvr>
                                        <p:cTn dur="1000" fill="hold" id="45"/>
                                        <p:tgtEl>
                                          <p:spTgt spid="1048604">
                                            <p:txEl>
                                              <p:charRg st="22" end="75"/>
                                            </p:txEl>
                                          </p:spTgt>
                                        </p:tgtEl>
                                        <p:attrNameLst>
                                          <p:attrName>ppt_x</p:attrName>
                                        </p:attrNameLst>
                                      </p:cBhvr>
                                      <p:tavLst>
                                        <p:tav tm="0">
                                          <p:val>
                                            <p:strVal val="#ppt_x"/>
                                          </p:val>
                                        </p:tav>
                                        <p:tav tm="100000">
                                          <p:val>
                                            <p:strVal val="#ppt_x"/>
                                          </p:val>
                                        </p:tav>
                                      </p:tavLst>
                                    </p:anim>
                                    <p:anim calcmode="lin" valueType="num">
                                      <p:cBhvr>
                                        <p:cTn dur="1000" fill="hold" id="46"/>
                                        <p:tgtEl>
                                          <p:spTgt spid="1048604">
                                            <p:txEl>
                                              <p:charRg st="22" end="75"/>
                                            </p:txEl>
                                          </p:spTgt>
                                        </p:tgtEl>
                                        <p:attrNameLst>
                                          <p:attrName>ppt_y</p:attrName>
                                        </p:attrNameLst>
                                      </p:cBhvr>
                                      <p:tavLst>
                                        <p:tav tm="0">
                                          <p:val>
                                            <p:strVal val="#ppt_y+.1"/>
                                          </p:val>
                                        </p:tav>
                                        <p:tav tm="100000">
                                          <p:val>
                                            <p:strVal val="#ppt_y"/>
                                          </p:val>
                                        </p:tav>
                                      </p:tavLst>
                                    </p:anim>
                                  </p:childTnLst>
                                </p:cTn>
                              </p:par>
                            </p:childTnLst>
                          </p:cTn>
                        </p:par>
                      </p:childTnLst>
                    </p:cTn>
                  </p:par>
                  <p:par>
                    <p:cTn fill="hold" id="47">
                      <p:stCondLst>
                        <p:cond delay="indefinite"/>
                      </p:stCondLst>
                      <p:childTnLst>
                        <p:par>
                          <p:cTn fill="hold" id="48">
                            <p:stCondLst>
                              <p:cond delay="0"/>
                            </p:stCondLst>
                            <p:childTnLst>
                              <p:par>
                                <p:cTn fill="hold" grpId="0" id="49" nodeType="clickEffect" presetClass="entr" presetID="42" presetSubtype="0">
                                  <p:stCondLst>
                                    <p:cond delay="0"/>
                                  </p:stCondLst>
                                  <p:childTnLst>
                                    <p:set>
                                      <p:cBhvr>
                                        <p:cTn dur="1" fill="hold" id="50">
                                          <p:stCondLst>
                                            <p:cond delay="0"/>
                                          </p:stCondLst>
                                        </p:cTn>
                                        <p:tgtEl>
                                          <p:spTgt spid="1048604">
                                            <p:txEl>
                                              <p:charRg st="75" end="191"/>
                                            </p:txEl>
                                          </p:spTgt>
                                        </p:tgtEl>
                                        <p:attrNameLst>
                                          <p:attrName>style.visibility</p:attrName>
                                        </p:attrNameLst>
                                      </p:cBhvr>
                                      <p:to>
                                        <p:strVal val="visible"/>
                                      </p:to>
                                    </p:set>
                                    <p:animEffect transition="in" filter="fade">
                                      <p:cBhvr>
                                        <p:cTn dur="1000" id="51"/>
                                        <p:tgtEl>
                                          <p:spTgt spid="1048604">
                                            <p:txEl>
                                              <p:charRg st="75" end="191"/>
                                            </p:txEl>
                                          </p:spTgt>
                                        </p:tgtEl>
                                      </p:cBhvr>
                                    </p:animEffect>
                                    <p:anim calcmode="lin" valueType="num">
                                      <p:cBhvr>
                                        <p:cTn dur="1000" fill="hold" id="52"/>
                                        <p:tgtEl>
                                          <p:spTgt spid="1048604">
                                            <p:txEl>
                                              <p:charRg st="75" end="191"/>
                                            </p:txEl>
                                          </p:spTgt>
                                        </p:tgtEl>
                                        <p:attrNameLst>
                                          <p:attrName>ppt_x</p:attrName>
                                        </p:attrNameLst>
                                      </p:cBhvr>
                                      <p:tavLst>
                                        <p:tav tm="0">
                                          <p:val>
                                            <p:strVal val="#ppt_x"/>
                                          </p:val>
                                        </p:tav>
                                        <p:tav tm="100000">
                                          <p:val>
                                            <p:strVal val="#ppt_x"/>
                                          </p:val>
                                        </p:tav>
                                      </p:tavLst>
                                    </p:anim>
                                    <p:anim calcmode="lin" valueType="num">
                                      <p:cBhvr>
                                        <p:cTn dur="1000" fill="hold" id="53"/>
                                        <p:tgtEl>
                                          <p:spTgt spid="1048604">
                                            <p:txEl>
                                              <p:charRg st="75" end="19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3" grpId="0" uiExpand="0" build="p" bldLvl="1"/>
      <p:bldP spid="1048604" grpId="0" uiExpand="0" build="p" bldLvl="1"/>
    </p:bldLst>
  </p:timing>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51" name=""/>
        <p:cNvGrpSpPr/>
        <p:nvPr/>
      </p:nvGrpSpPr>
      <p:grpSpPr>
        <a:xfrm rot="0">
          <a:off x="0" y="0"/>
          <a:ext cx="0" cy="0"/>
          <a:chOff x="0" y="0"/>
          <a:chExt cx="0" cy="0"/>
        </a:xfrm>
      </p:grpSpPr>
      <p:sp>
        <p:nvSpPr>
          <p:cNvPr id="1048609" name=""/>
          <p:cNvSpPr/>
          <p:nvPr>
            <p:ph sz="quarter" idx="4294967295"/>
          </p:nvPr>
        </p:nvSpPr>
        <p:spPr>
          <a:xfrm rot="0">
            <a:off x="609600" y="1371600"/>
            <a:ext cx="10972800" cy="4908550"/>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457200" latinLnBrk="1" lvl="0" marL="457200">
              <a:buFont typeface="Calibri" pitchFamily="34" charset="0"/>
              <a:buAutoNum type="arabicPeriod" startAt="1"/>
            </a:pPr>
            <a:r>
              <a:rPr altLang="en-US" sz="2000" lang="en-US">
                <a:latin typeface="Times New Roman" pitchFamily="18" charset="0"/>
                <a:ea typeface="Times New Roman" pitchFamily="18" charset="0"/>
              </a:rPr>
              <a:t>Komputer yang terhubung kejaringan TCP/IP atau internet</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yang dilengkapi dengan kartu</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suara (sound card) atau bisa</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pula</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menggunakan PDA yang</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terhubung ke Wi-Fi hotspot.</a:t>
            </a:r>
          </a:p>
          <a:p>
            <a:pPr eaLnBrk="1" hangingPunct="1" indent="-457200" latinLnBrk="1" lvl="0" marL="457200">
              <a:buFont typeface="Calibri" pitchFamily="34" charset="0"/>
              <a:buAutoNum type="arabicPeriod" startAt="1"/>
            </a:pPr>
            <a:r>
              <a:rPr altLang="en-US" sz="2000" lang="en-US">
                <a:latin typeface="Times New Roman" pitchFamily="18" charset="0"/>
                <a:ea typeface="Times New Roman" pitchFamily="18" charset="0"/>
              </a:rPr>
              <a:t> Headset yang dilengkapi</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dengan mikrofon dan speaker.</a:t>
            </a:r>
          </a:p>
          <a:p>
            <a:pPr eaLnBrk="1" hangingPunct="1" indent="-457200" latinLnBrk="1" lvl="0" marL="457200">
              <a:buFont typeface="Calibri" pitchFamily="34" charset="0"/>
              <a:buAutoNum type="arabicPeriod" startAt="1"/>
            </a:pPr>
            <a:r>
              <a:rPr altLang="en-US" sz="2000" lang="en-US">
                <a:latin typeface="Times New Roman" pitchFamily="18" charset="0"/>
                <a:ea typeface="Times New Roman" pitchFamily="18" charset="0"/>
              </a:rPr>
              <a:t> Software client VoIP berbasis</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SIP atau IAX yang disebut</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dengan softphone</a:t>
            </a:r>
            <a:r>
              <a:rPr altLang="en-US" sz="2000" lang="id-ID">
                <a:latin typeface="Times New Roman" pitchFamily="18" charset="0"/>
                <a:ea typeface="Times New Roman" pitchFamily="18" charset="0"/>
              </a:rPr>
              <a:t>.</a:t>
            </a:r>
          </a:p>
          <a:p>
            <a:pPr eaLnBrk="1" hangingPunct="1" indent="-457200" latinLnBrk="1" lvl="0" marL="457200">
              <a:buFont typeface="Calibri" pitchFamily="34" charset="0"/>
              <a:buAutoNum type="arabicPeriod" startAt="1"/>
            </a:pPr>
            <a:r>
              <a:rPr altLang="en-US" sz="2000" lang="en-US">
                <a:latin typeface="Times New Roman" pitchFamily="18" charset="0"/>
                <a:ea typeface="Times New Roman" pitchFamily="18" charset="0"/>
              </a:rPr>
              <a:t>Kartu Suara (Sound Card) adalah suatu</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perangkat keras komputer yang digunakan</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untuk mengeluarkan suara dan merekam</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suara.</a:t>
            </a:r>
          </a:p>
          <a:p>
            <a:pPr eaLnBrk="1" hangingPunct="1" indent="-457200" latinLnBrk="1" lvl="0" marL="457200">
              <a:buFont typeface="Calibri" pitchFamily="34" charset="0"/>
              <a:buAutoNum type="arabicPeriod" startAt="1"/>
            </a:pPr>
            <a:r>
              <a:rPr altLang="en-US" sz="2000" lang="en-US"/>
              <a:t>Telepon Dari PC ke PC</a:t>
            </a:r>
            <a:r>
              <a:rPr altLang="en-US" sz="2000" lang="id-ID"/>
              <a:t>, </a:t>
            </a:r>
            <a:r>
              <a:rPr altLang="en-US" sz="2000" lang="en-US"/>
              <a:t>Implementasi sederhana yang dapat</a:t>
            </a:r>
            <a:r>
              <a:rPr altLang="en-US" sz="2000" lang="id-ID"/>
              <a:t> </a:t>
            </a:r>
            <a:r>
              <a:rPr altLang="en-US" sz="2000" lang="fi-FI"/>
              <a:t>dilakukan dari aplikasi VoIP adalah</a:t>
            </a:r>
            <a:r>
              <a:rPr altLang="en-US" sz="2000" lang="id-ID"/>
              <a:t> </a:t>
            </a:r>
            <a:r>
              <a:rPr altLang="en-US" sz="2000" lang="en-US"/>
              <a:t>melakukan komunikasi antar komputer</a:t>
            </a:r>
            <a:r>
              <a:rPr altLang="en-US" sz="2000" lang="id-ID"/>
              <a:t> </a:t>
            </a:r>
            <a:r>
              <a:rPr altLang="en-US" sz="2000" lang="en-US"/>
              <a:t>menggunakan softphone dan headset yang</a:t>
            </a:r>
            <a:r>
              <a:rPr altLang="en-US" sz="2000" lang="id-ID"/>
              <a:t> </a:t>
            </a:r>
            <a:r>
              <a:rPr altLang="en-US" sz="2000" lang="en-US"/>
              <a:t>dilengkapi dengan mikrofon dan speaker.</a:t>
            </a:r>
          </a:p>
          <a:p>
            <a:pPr eaLnBrk="1" hangingPunct="1" indent="-457200" latinLnBrk="1" lvl="0" marL="457200">
              <a:lnSpc>
                <a:spcPct val="150000"/>
              </a:lnSpc>
              <a:spcBef>
                <a:spcPct val="0"/>
              </a:spcBef>
              <a:buFont typeface="Calibri" pitchFamily="34" charset="0"/>
              <a:buAutoNum type="arabicPeriod" startAt="1"/>
            </a:pPr>
            <a:r>
              <a:rPr altLang="en-US" sz="2000" lang="en-US">
                <a:latin typeface="Times New Roman" pitchFamily="18" charset="0"/>
                <a:ea typeface="Times New Roman" pitchFamily="18" charset="0"/>
              </a:rPr>
              <a:t>Handphone</a:t>
            </a:r>
          </a:p>
          <a:p>
            <a:pPr eaLnBrk="1" hangingPunct="1" indent="-457200" latinLnBrk="1" lvl="0" marL="457200">
              <a:lnSpc>
                <a:spcPct val="150000"/>
              </a:lnSpc>
              <a:spcBef>
                <a:spcPct val="0"/>
              </a:spcBef>
              <a:buFont typeface="Calibri" pitchFamily="34" charset="0"/>
              <a:buAutoNum type="arabicPeriod" startAt="1"/>
            </a:pPr>
            <a:r>
              <a:rPr altLang="en-US" sz="2000" lang="en-US">
                <a:latin typeface="Times New Roman" pitchFamily="18" charset="0"/>
                <a:ea typeface="Times New Roman" pitchFamily="18" charset="0"/>
              </a:rPr>
              <a:t>Koneksi Internet</a:t>
            </a:r>
          </a:p>
          <a:p>
            <a:pPr eaLnBrk="1" hangingPunct="1" indent="-457200" latinLnBrk="1" lvl="0" marL="457200">
              <a:lnSpc>
                <a:spcPct val="150000"/>
              </a:lnSpc>
              <a:spcBef>
                <a:spcPct val="0"/>
              </a:spcBef>
              <a:buFont typeface="Calibri" pitchFamily="34" charset="0"/>
              <a:buAutoNum type="arabicPeriod" startAt="1"/>
            </a:pPr>
            <a:r>
              <a:rPr altLang="en-US" sz="2000" lang="en-US">
                <a:latin typeface="Times New Roman" pitchFamily="18" charset="0"/>
                <a:ea typeface="Times New Roman" pitchFamily="18" charset="0"/>
              </a:rPr>
              <a:t>Microphone</a:t>
            </a:r>
          </a:p>
          <a:p>
            <a:pPr eaLnBrk="1" hangingPunct="1" indent="-457200" latinLnBrk="1" lvl="0" marL="457200">
              <a:buFont typeface="Calibri" pitchFamily="34" charset="0"/>
              <a:buAutoNum type="arabicPeriod" startAt="1"/>
            </a:pPr>
            <a:endParaRPr altLang="en-US" sz="2000" lang="en-US">
              <a:latin typeface="Times New Roman" pitchFamily="18" charset="0"/>
              <a:ea typeface="Times New Roman" pitchFamily="18" charset="0"/>
            </a:endParaRPr>
          </a:p>
        </p:txBody>
      </p:sp>
      <p:sp>
        <p:nvSpPr>
          <p:cNvPr id="1048610" name=""/>
          <p:cNvSpPr/>
          <p:nvPr>
            <p:ph type="title" sz="full" idx="7"/>
          </p:nvPr>
        </p:nvSpPr>
        <p:spPr>
          <a:xfrm rot="0">
            <a:off x="609600" y="274637"/>
            <a:ext cx="10972800" cy="868362"/>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KEBUTUHAN PERALATAN VOIP</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609">
                                            <p:txEl>
                                              <p:charRg st="0" end="168"/>
                                            </p:txEl>
                                          </p:spTgt>
                                        </p:tgtEl>
                                        <p:attrNameLst>
                                          <p:attrName>style.visibility</p:attrName>
                                        </p:attrNameLst>
                                      </p:cBhvr>
                                      <p:to>
                                        <p:strVal val="visible"/>
                                      </p:to>
                                    </p:set>
                                    <p:animEffect transition="in" filter="barn(inVertical)">
                                      <p:cBhvr>
                                        <p:cTn dur="500" id="7"/>
                                        <p:tgtEl>
                                          <p:spTgt spid="1048609">
                                            <p:txEl>
                                              <p:charRg st="0" end="168"/>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16" presetSubtype="21">
                                  <p:stCondLst>
                                    <p:cond delay="0"/>
                                  </p:stCondLst>
                                  <p:childTnLst>
                                    <p:set>
                                      <p:cBhvr>
                                        <p:cTn dur="1" fill="hold" id="11">
                                          <p:stCondLst>
                                            <p:cond delay="0"/>
                                          </p:stCondLst>
                                        </p:cTn>
                                        <p:tgtEl>
                                          <p:spTgt spid="1048609">
                                            <p:txEl>
                                              <p:charRg st="168" end="222"/>
                                            </p:txEl>
                                          </p:spTgt>
                                        </p:tgtEl>
                                        <p:attrNameLst>
                                          <p:attrName>style.visibility</p:attrName>
                                        </p:attrNameLst>
                                      </p:cBhvr>
                                      <p:to>
                                        <p:strVal val="visible"/>
                                      </p:to>
                                    </p:set>
                                    <p:animEffect transition="in" filter="barn(inVertical)">
                                      <p:cBhvr>
                                        <p:cTn dur="500" id="12"/>
                                        <p:tgtEl>
                                          <p:spTgt spid="1048609">
                                            <p:txEl>
                                              <p:charRg st="168" end="222"/>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16" presetSubtype="21">
                                  <p:stCondLst>
                                    <p:cond delay="0"/>
                                  </p:stCondLst>
                                  <p:childTnLst>
                                    <p:set>
                                      <p:cBhvr>
                                        <p:cTn dur="1" fill="hold" id="16">
                                          <p:stCondLst>
                                            <p:cond delay="0"/>
                                          </p:stCondLst>
                                        </p:cTn>
                                        <p:tgtEl>
                                          <p:spTgt spid="1048609">
                                            <p:txEl>
                                              <p:charRg st="222" end="297"/>
                                            </p:txEl>
                                          </p:spTgt>
                                        </p:tgtEl>
                                        <p:attrNameLst>
                                          <p:attrName>style.visibility</p:attrName>
                                        </p:attrNameLst>
                                      </p:cBhvr>
                                      <p:to>
                                        <p:strVal val="visible"/>
                                      </p:to>
                                    </p:set>
                                    <p:animEffect transition="in" filter="barn(inVertical)">
                                      <p:cBhvr>
                                        <p:cTn dur="500" id="17"/>
                                        <p:tgtEl>
                                          <p:spTgt spid="1048609">
                                            <p:txEl>
                                              <p:charRg st="222" end="297"/>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16" presetSubtype="21">
                                  <p:stCondLst>
                                    <p:cond delay="0"/>
                                  </p:stCondLst>
                                  <p:childTnLst>
                                    <p:set>
                                      <p:cBhvr>
                                        <p:cTn dur="1" fill="hold" id="21">
                                          <p:stCondLst>
                                            <p:cond delay="0"/>
                                          </p:stCondLst>
                                        </p:cTn>
                                        <p:tgtEl>
                                          <p:spTgt spid="1048609">
                                            <p:txEl>
                                              <p:charRg st="297" end="419"/>
                                            </p:txEl>
                                          </p:spTgt>
                                        </p:tgtEl>
                                        <p:attrNameLst>
                                          <p:attrName>style.visibility</p:attrName>
                                        </p:attrNameLst>
                                      </p:cBhvr>
                                      <p:to>
                                        <p:strVal val="visible"/>
                                      </p:to>
                                    </p:set>
                                    <p:animEffect transition="in" filter="barn(inVertical)">
                                      <p:cBhvr>
                                        <p:cTn dur="500" id="22"/>
                                        <p:tgtEl>
                                          <p:spTgt spid="1048609">
                                            <p:txEl>
                                              <p:charRg st="297" end="419"/>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16" presetSubtype="21">
                                  <p:stCondLst>
                                    <p:cond delay="0"/>
                                  </p:stCondLst>
                                  <p:childTnLst>
                                    <p:set>
                                      <p:cBhvr>
                                        <p:cTn dur="1" fill="hold" id="26">
                                          <p:stCondLst>
                                            <p:cond delay="0"/>
                                          </p:stCondLst>
                                        </p:cTn>
                                        <p:tgtEl>
                                          <p:spTgt spid="1048609">
                                            <p:txEl>
                                              <p:charRg st="419" end="627"/>
                                            </p:txEl>
                                          </p:spTgt>
                                        </p:tgtEl>
                                        <p:attrNameLst>
                                          <p:attrName>style.visibility</p:attrName>
                                        </p:attrNameLst>
                                      </p:cBhvr>
                                      <p:to>
                                        <p:strVal val="visible"/>
                                      </p:to>
                                    </p:set>
                                    <p:animEffect transition="in" filter="barn(inVertical)">
                                      <p:cBhvr>
                                        <p:cTn dur="500" id="27"/>
                                        <p:tgtEl>
                                          <p:spTgt spid="1048609">
                                            <p:txEl>
                                              <p:charRg st="419" end="627"/>
                                            </p:txEl>
                                          </p:spTgt>
                                        </p:tgtEl>
                                      </p:cBhvr>
                                    </p:animEffect>
                                  </p:childTnLst>
                                </p:cTn>
                              </p:par>
                            </p:childTnLst>
                          </p:cTn>
                        </p:par>
                      </p:childTnLst>
                    </p:cTn>
                  </p:par>
                  <p:par>
                    <p:cTn fill="hold" id="28" nodeType="clickPar">
                      <p:stCondLst>
                        <p:cond delay="indefinite"/>
                      </p:stCondLst>
                      <p:childTnLst>
                        <p:par>
                          <p:cTn fill="hold" id="29" nodeType="withGroup">
                            <p:stCondLst>
                              <p:cond delay="0"/>
                            </p:stCondLst>
                            <p:childTnLst>
                              <p:par>
                                <p:cTn fill="hold" grpId="0" id="30" nodeType="clickEffect" presetClass="entr" presetID="16" presetSubtype="21">
                                  <p:stCondLst>
                                    <p:cond delay="0"/>
                                  </p:stCondLst>
                                  <p:childTnLst>
                                    <p:set>
                                      <p:cBhvr>
                                        <p:cTn dur="1" fill="hold" id="31">
                                          <p:stCondLst>
                                            <p:cond delay="0"/>
                                          </p:stCondLst>
                                        </p:cTn>
                                        <p:tgtEl>
                                          <p:spTgt spid="1048609">
                                            <p:txEl>
                                              <p:charRg st="627" end="637"/>
                                            </p:txEl>
                                          </p:spTgt>
                                        </p:tgtEl>
                                        <p:attrNameLst>
                                          <p:attrName>style.visibility</p:attrName>
                                        </p:attrNameLst>
                                      </p:cBhvr>
                                      <p:to>
                                        <p:strVal val="visible"/>
                                      </p:to>
                                    </p:set>
                                    <p:animEffect transition="in" filter="barn(inVertical)">
                                      <p:cBhvr>
                                        <p:cTn dur="500" id="32"/>
                                        <p:tgtEl>
                                          <p:spTgt spid="1048609">
                                            <p:txEl>
                                              <p:charRg st="627" end="637"/>
                                            </p:txEl>
                                          </p:spTgt>
                                        </p:tgtEl>
                                      </p:cBhvr>
                                    </p:animEffect>
                                  </p:childTnLst>
                                </p:cTn>
                              </p:par>
                            </p:childTnLst>
                          </p:cTn>
                        </p:par>
                      </p:childTnLst>
                    </p:cTn>
                  </p:par>
                  <p:par>
                    <p:cTn fill="hold" id="33" nodeType="clickPar">
                      <p:stCondLst>
                        <p:cond delay="indefinite"/>
                      </p:stCondLst>
                      <p:childTnLst>
                        <p:par>
                          <p:cTn fill="hold" id="34" nodeType="withGroup">
                            <p:stCondLst>
                              <p:cond delay="0"/>
                            </p:stCondLst>
                            <p:childTnLst>
                              <p:par>
                                <p:cTn fill="hold" grpId="0" id="35" nodeType="clickEffect" presetClass="entr" presetID="16" presetSubtype="21">
                                  <p:stCondLst>
                                    <p:cond delay="0"/>
                                  </p:stCondLst>
                                  <p:childTnLst>
                                    <p:set>
                                      <p:cBhvr>
                                        <p:cTn dur="1" fill="hold" id="36">
                                          <p:stCondLst>
                                            <p:cond delay="0"/>
                                          </p:stCondLst>
                                        </p:cTn>
                                        <p:tgtEl>
                                          <p:spTgt spid="1048609">
                                            <p:txEl>
                                              <p:charRg st="637" end="654"/>
                                            </p:txEl>
                                          </p:spTgt>
                                        </p:tgtEl>
                                        <p:attrNameLst>
                                          <p:attrName>style.visibility</p:attrName>
                                        </p:attrNameLst>
                                      </p:cBhvr>
                                      <p:to>
                                        <p:strVal val="visible"/>
                                      </p:to>
                                    </p:set>
                                    <p:animEffect transition="in" filter="barn(inVertical)">
                                      <p:cBhvr>
                                        <p:cTn dur="500" id="37"/>
                                        <p:tgtEl>
                                          <p:spTgt spid="1048609">
                                            <p:txEl>
                                              <p:charRg st="637" end="654"/>
                                            </p:txEl>
                                          </p:spTgt>
                                        </p:tgtEl>
                                      </p:cBhvr>
                                    </p:animEffect>
                                  </p:childTnLst>
                                </p:cTn>
                              </p:par>
                            </p:childTnLst>
                          </p:cTn>
                        </p:par>
                      </p:childTnLst>
                    </p:cTn>
                  </p:par>
                  <p:par>
                    <p:cTn fill="hold" id="38" nodeType="clickPar">
                      <p:stCondLst>
                        <p:cond delay="indefinite"/>
                      </p:stCondLst>
                      <p:childTnLst>
                        <p:par>
                          <p:cTn fill="hold" id="39" nodeType="withGroup">
                            <p:stCondLst>
                              <p:cond delay="0"/>
                            </p:stCondLst>
                            <p:childTnLst>
                              <p:par>
                                <p:cTn fill="hold" grpId="0" id="40" nodeType="clickEffect" presetClass="entr" presetID="16" presetSubtype="21">
                                  <p:stCondLst>
                                    <p:cond delay="0"/>
                                  </p:stCondLst>
                                  <p:childTnLst>
                                    <p:set>
                                      <p:cBhvr>
                                        <p:cTn dur="1" fill="hold" id="41">
                                          <p:stCondLst>
                                            <p:cond delay="0"/>
                                          </p:stCondLst>
                                        </p:cTn>
                                        <p:tgtEl>
                                          <p:spTgt spid="1048609">
                                            <p:txEl>
                                              <p:charRg st="654" end="665"/>
                                            </p:txEl>
                                          </p:spTgt>
                                        </p:tgtEl>
                                        <p:attrNameLst>
                                          <p:attrName>style.visibility</p:attrName>
                                        </p:attrNameLst>
                                      </p:cBhvr>
                                      <p:to>
                                        <p:strVal val="visible"/>
                                      </p:to>
                                    </p:set>
                                    <p:animEffect transition="in" filter="barn(inVertical)">
                                      <p:cBhvr>
                                        <p:cTn dur="500" id="42"/>
                                        <p:tgtEl>
                                          <p:spTgt spid="1048609">
                                            <p:txEl>
                                              <p:charRg st="654" end="6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9" grpId="0" uiExpand="0" build="p" bldLvl="1"/>
    </p:bldLst>
  </p:timing>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52" name=""/>
        <p:cNvGrpSpPr/>
        <p:nvPr/>
      </p:nvGrpSpPr>
      <p:grpSpPr>
        <a:xfrm rot="0">
          <a:off x="0" y="0"/>
          <a:ext cx="0" cy="0"/>
          <a:chOff x="0" y="0"/>
          <a:chExt cx="0" cy="0"/>
        </a:xfrm>
      </p:grpSpPr>
      <p:sp>
        <p:nvSpPr>
          <p:cNvPr id="1048611" name=""/>
          <p:cNvSpPr/>
          <p:nvPr>
            <p:ph sz="quarter" idx="4294967295"/>
          </p:nvPr>
        </p:nvSpPr>
        <p:spPr>
          <a:xfrm rot="0">
            <a:off x="609600" y="1425575"/>
            <a:ext cx="10972800" cy="47005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514350" latinLnBrk="1" lvl="0" marL="514350">
              <a:lnSpc>
                <a:spcPct val="150000"/>
              </a:lnSpc>
              <a:spcBef>
                <a:spcPct val="0"/>
              </a:spcBef>
              <a:buFont typeface="Garamond" pitchFamily="18" charset="0"/>
              <a:buAutoNum type="arabicPeriod" startAt="1"/>
            </a:pPr>
            <a:r>
              <a:rPr altLang="en-US" sz="2400" lang="id-ID">
                <a:latin typeface="Times New Roman" pitchFamily="18" charset="0"/>
                <a:ea typeface="Times New Roman" pitchFamily="18" charset="0"/>
              </a:rPr>
              <a:t>Computer to Computer, Layanan voice call yang menggunakan komputer sebagai alat komunikasi.</a:t>
            </a:r>
          </a:p>
          <a:p>
            <a:pPr eaLnBrk="1" hangingPunct="1" indent="-514350" latinLnBrk="1" lvl="0" marL="514350">
              <a:lnSpc>
                <a:spcPct val="150000"/>
              </a:lnSpc>
              <a:spcBef>
                <a:spcPct val="0"/>
              </a:spcBef>
              <a:buFont typeface="Garamond" pitchFamily="18" charset="0"/>
              <a:buAutoNum type="arabicPeriod" startAt="1"/>
            </a:pPr>
            <a:r>
              <a:rPr altLang="en-US" sz="2400" lang="id-ID">
                <a:latin typeface="Times New Roman" pitchFamily="18" charset="0"/>
                <a:ea typeface="Times New Roman" pitchFamily="18" charset="0"/>
              </a:rPr>
              <a:t>Computer to Phone, Layanan yang memungkinkan melakukan panggilan dari komputer ketelepon.</a:t>
            </a:r>
          </a:p>
          <a:p>
            <a:pPr eaLnBrk="1" hangingPunct="1" indent="-514350" latinLnBrk="1" lvl="0" marL="514350">
              <a:lnSpc>
                <a:spcPct val="150000"/>
              </a:lnSpc>
              <a:spcBef>
                <a:spcPct val="0"/>
              </a:spcBef>
              <a:buFont typeface="Garamond" pitchFamily="18" charset="0"/>
              <a:buAutoNum type="arabicPeriod" startAt="1"/>
            </a:pPr>
            <a:r>
              <a:rPr altLang="en-US" sz="2400" lang="id-ID">
                <a:latin typeface="Times New Roman" pitchFamily="18" charset="0"/>
                <a:ea typeface="Times New Roman" pitchFamily="18" charset="0"/>
              </a:rPr>
              <a:t>Phone to Computer, Layanan voip call yang memungkinkan melakukan panggilan dari telepon ke komputer.</a:t>
            </a:r>
          </a:p>
          <a:p>
            <a:pPr eaLnBrk="1" hangingPunct="1" indent="-514350" latinLnBrk="1" lvl="0" marL="514350">
              <a:lnSpc>
                <a:spcPct val="150000"/>
              </a:lnSpc>
              <a:spcBef>
                <a:spcPct val="0"/>
              </a:spcBef>
              <a:buFont typeface="Garamond" pitchFamily="18" charset="0"/>
              <a:buAutoNum type="arabicPeriod" startAt="1"/>
            </a:pPr>
            <a:r>
              <a:rPr altLang="en-US" sz="2400" lang="id-ID">
                <a:latin typeface="Times New Roman" pitchFamily="18" charset="0"/>
                <a:ea typeface="Times New Roman" pitchFamily="18" charset="0"/>
              </a:rPr>
              <a:t>Phone to Phone, Layanan dengan menggunakan pesawat telepon khusus/telepon konversional yang dihubungkan dengan voip adapter.</a:t>
            </a:r>
          </a:p>
          <a:p>
            <a:pPr eaLnBrk="1" hangingPunct="1" indent="-514350" latinLnBrk="1" lvl="0" marL="514350"/>
            <a:endParaRPr altLang="en-US" sz="2000" lang="en-US"/>
          </a:p>
        </p:txBody>
      </p:sp>
      <p:sp>
        <p:nvSpPr>
          <p:cNvPr id="1048612" name=""/>
          <p:cNvSpPr/>
          <p:nvPr>
            <p:ph type="title" sz="full" idx="7"/>
          </p:nvPr>
        </p:nvSpPr>
        <p:spPr>
          <a:xfrm rot="0">
            <a:off x="609600" y="274637"/>
            <a:ext cx="10972800" cy="96202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LAYANAN-LAYANAN PADA VOIP</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611">
                                            <p:txEl>
                                              <p:charRg st="0" end="92"/>
                                            </p:txEl>
                                          </p:spTgt>
                                        </p:tgtEl>
                                        <p:attrNameLst>
                                          <p:attrName>style.visibility</p:attrName>
                                        </p:attrNameLst>
                                      </p:cBhvr>
                                      <p:to>
                                        <p:strVal val="visible"/>
                                      </p:to>
                                    </p:set>
                                    <p:animEffect transition="in" filter="barn(inVertical)">
                                      <p:cBhvr>
                                        <p:cTn dur="500" id="7"/>
                                        <p:tgtEl>
                                          <p:spTgt spid="1048611">
                                            <p:txEl>
                                              <p:charRg st="0" end="92"/>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16" presetSubtype="21">
                                  <p:stCondLst>
                                    <p:cond delay="0"/>
                                  </p:stCondLst>
                                  <p:childTnLst>
                                    <p:set>
                                      <p:cBhvr>
                                        <p:cTn dur="1" fill="hold" id="11">
                                          <p:stCondLst>
                                            <p:cond delay="0"/>
                                          </p:stCondLst>
                                        </p:cTn>
                                        <p:tgtEl>
                                          <p:spTgt spid="1048611">
                                            <p:txEl>
                                              <p:charRg st="92" end="182"/>
                                            </p:txEl>
                                          </p:spTgt>
                                        </p:tgtEl>
                                        <p:attrNameLst>
                                          <p:attrName>style.visibility</p:attrName>
                                        </p:attrNameLst>
                                      </p:cBhvr>
                                      <p:to>
                                        <p:strVal val="visible"/>
                                      </p:to>
                                    </p:set>
                                    <p:animEffect transition="in" filter="barn(inVertical)">
                                      <p:cBhvr>
                                        <p:cTn dur="500" id="12"/>
                                        <p:tgtEl>
                                          <p:spTgt spid="1048611">
                                            <p:txEl>
                                              <p:charRg st="92" end="182"/>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16" presetSubtype="21">
                                  <p:stCondLst>
                                    <p:cond delay="0"/>
                                  </p:stCondLst>
                                  <p:childTnLst>
                                    <p:set>
                                      <p:cBhvr>
                                        <p:cTn dur="1" fill="hold" id="16">
                                          <p:stCondLst>
                                            <p:cond delay="0"/>
                                          </p:stCondLst>
                                        </p:cTn>
                                        <p:tgtEl>
                                          <p:spTgt spid="1048611">
                                            <p:txEl>
                                              <p:charRg st="182" end="283"/>
                                            </p:txEl>
                                          </p:spTgt>
                                        </p:tgtEl>
                                        <p:attrNameLst>
                                          <p:attrName>style.visibility</p:attrName>
                                        </p:attrNameLst>
                                      </p:cBhvr>
                                      <p:to>
                                        <p:strVal val="visible"/>
                                      </p:to>
                                    </p:set>
                                    <p:animEffect transition="in" filter="barn(inVertical)">
                                      <p:cBhvr>
                                        <p:cTn dur="500" id="17"/>
                                        <p:tgtEl>
                                          <p:spTgt spid="1048611">
                                            <p:txEl>
                                              <p:charRg st="182" end="283"/>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16" presetSubtype="21">
                                  <p:stCondLst>
                                    <p:cond delay="0"/>
                                  </p:stCondLst>
                                  <p:childTnLst>
                                    <p:set>
                                      <p:cBhvr>
                                        <p:cTn dur="1" fill="hold" id="21">
                                          <p:stCondLst>
                                            <p:cond delay="0"/>
                                          </p:stCondLst>
                                        </p:cTn>
                                        <p:tgtEl>
                                          <p:spTgt spid="1048611">
                                            <p:txEl>
                                              <p:charRg st="283" end="408"/>
                                            </p:txEl>
                                          </p:spTgt>
                                        </p:tgtEl>
                                        <p:attrNameLst>
                                          <p:attrName>style.visibility</p:attrName>
                                        </p:attrNameLst>
                                      </p:cBhvr>
                                      <p:to>
                                        <p:strVal val="visible"/>
                                      </p:to>
                                    </p:set>
                                    <p:animEffect transition="in" filter="barn(inVertical)">
                                      <p:cBhvr>
                                        <p:cTn dur="500" id="22"/>
                                        <p:tgtEl>
                                          <p:spTgt spid="1048611">
                                            <p:txEl>
                                              <p:charRg st="283" end="4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uiExpand="0" build="p" bldLvl="1"/>
    </p:bldLst>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53" name=""/>
        <p:cNvGrpSpPr/>
        <p:nvPr/>
      </p:nvGrpSpPr>
      <p:grpSpPr>
        <a:xfrm rot="0">
          <a:off x="0" y="0"/>
          <a:ext cx="0" cy="0"/>
          <a:chOff x="0" y="0"/>
          <a:chExt cx="0" cy="0"/>
        </a:xfrm>
      </p:grpSpPr>
      <p:sp>
        <p:nvSpPr>
          <p:cNvPr id="1048613" name=""/>
          <p:cNvSpPr/>
          <p:nvPr>
            <p:ph sz="quarter" idx="4294967295"/>
          </p:nvPr>
        </p:nvSpPr>
        <p:spPr>
          <a:xfrm rot="0">
            <a:off x="609600" y="1465262"/>
            <a:ext cx="10972800" cy="470693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50000"/>
              </a:lnSpc>
              <a:spcBef>
                <a:spcPct val="0"/>
              </a:spcBef>
            </a:pPr>
            <a:r>
              <a:rPr altLang="en-US" sz="2000" lang="id-ID"/>
              <a:t>	</a:t>
            </a:r>
            <a:r>
              <a:rPr altLang="en-US" sz="2400" lang="en-US">
                <a:latin typeface="Times New Roman" pitchFamily="18" charset="0"/>
                <a:ea typeface="Times New Roman" pitchFamily="18" charset="0"/>
              </a:rPr>
              <a:t>Untuk </a:t>
            </a:r>
            <a:r>
              <a:rPr altLang="en-US" sz="2400" lang="en-US">
                <a:latin typeface="Times New Roman" pitchFamily="18" charset="0"/>
                <a:ea typeface="Times New Roman" pitchFamily="18" charset="0"/>
              </a:rPr>
              <a:t>dapat melakukan komunikasi menggunakan VoIP dibutuhkan beberapa komponen pendukung. Beberapa komponen yang harus ada dalam VoIP, yaitu :</a:t>
            </a:r>
          </a:p>
          <a:p>
            <a:pPr eaLnBrk="1" hangingPunct="1" indent="0" latinLnBrk="1" lvl="0" marL="0">
              <a:lnSpc>
                <a:spcPct val="150000"/>
              </a:lnSpc>
              <a:spcBef>
                <a:spcPct val="0"/>
              </a:spcBef>
            </a:pPr>
            <a:r>
              <a:rPr altLang="en-US" b="1" sz="2400" lang="en-US">
                <a:latin typeface="Times New Roman" pitchFamily="18" charset="0"/>
                <a:ea typeface="Times New Roman" pitchFamily="18" charset="0"/>
              </a:rPr>
              <a:t>1.     Protocol</a:t>
            </a:r>
          </a:p>
          <a:p>
            <a:pPr eaLnBrk="1" hangingPunct="1" indent="0" latinLnBrk="1" lvl="0" marL="0">
              <a:lnSpc>
                <a:spcPct val="150000"/>
              </a:lnSpc>
              <a:spcBef>
                <a:spcPct val="0"/>
              </a:spcBef>
            </a:pPr>
            <a:r>
              <a:rPr altLang="en-US" sz="2400" lang="en-US">
                <a:latin typeface="Times New Roman" pitchFamily="18" charset="0"/>
                <a:ea typeface="Times New Roman" pitchFamily="18" charset="0"/>
              </a:rPr>
              <a:t>Secara umum, terdapat dua teknologi yang digunakan untuk VoIP, yaitu H.323 dan SIP.H323 merupakan teknologi yang dikembangkan oleh ITU (International Telecommunication Union). SIP (Session Initiation Protocol) merupakan teknologi yang dikembangkan IETF (Internet Enggineering Task Force). </a:t>
            </a:r>
          </a:p>
          <a:p>
            <a:pPr eaLnBrk="1" hangingPunct="1" indent="0" latinLnBrk="1" lvl="0" marL="0">
              <a:lnSpc>
                <a:spcPct val="150000"/>
              </a:lnSpc>
              <a:spcBef>
                <a:spcPct val="0"/>
              </a:spcBef>
              <a:buFont typeface="Wingdings 2" pitchFamily="18" charset="2"/>
              <a:buChar char=""/>
            </a:pPr>
            <a:endParaRPr altLang="en-US" sz="2400" lang="en-US">
              <a:latin typeface="Times New Roman" pitchFamily="18" charset="0"/>
              <a:ea typeface="Times New Roman" pitchFamily="18" charset="0"/>
            </a:endParaRPr>
          </a:p>
        </p:txBody>
      </p:sp>
      <p:sp>
        <p:nvSpPr>
          <p:cNvPr id="1048614" name=""/>
          <p:cNvSpPr/>
          <p:nvPr>
            <p:ph type="title" sz="full" idx="7"/>
          </p:nvPr>
        </p:nvSpPr>
        <p:spPr>
          <a:xfrm rot="0">
            <a:off x="609600" y="274637"/>
            <a:ext cx="10972800" cy="1003300"/>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KEBUTUHAN PERANGKAT VOIP</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6" presetSubtype="16">
                                  <p:stCondLst>
                                    <p:cond delay="0"/>
                                  </p:stCondLst>
                                  <p:childTnLst>
                                    <p:set>
                                      <p:cBhvr>
                                        <p:cTn dur="1" fill="hold" id="6">
                                          <p:stCondLst>
                                            <p:cond delay="0"/>
                                          </p:stCondLst>
                                        </p:cTn>
                                        <p:tgtEl>
                                          <p:spTgt spid="1048613">
                                            <p:txEl>
                                              <p:charRg st="0" end="144"/>
                                            </p:txEl>
                                          </p:spTgt>
                                        </p:tgtEl>
                                        <p:attrNameLst>
                                          <p:attrName>style.visibility</p:attrName>
                                        </p:attrNameLst>
                                      </p:cBhvr>
                                      <p:to>
                                        <p:strVal val="visible"/>
                                      </p:to>
                                    </p:set>
                                    <p:animEffect transition="in" filter="circle(in)">
                                      <p:cBhvr>
                                        <p:cTn dur="2000" id="7"/>
                                        <p:tgtEl>
                                          <p:spTgt spid="1048613">
                                            <p:txEl>
                                              <p:charRg st="0" end="144"/>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6" presetSubtype="16">
                                  <p:stCondLst>
                                    <p:cond delay="0"/>
                                  </p:stCondLst>
                                  <p:childTnLst>
                                    <p:set>
                                      <p:cBhvr>
                                        <p:cTn dur="1" fill="hold" id="11">
                                          <p:stCondLst>
                                            <p:cond delay="0"/>
                                          </p:stCondLst>
                                        </p:cTn>
                                        <p:tgtEl>
                                          <p:spTgt spid="1048613">
                                            <p:txEl>
                                              <p:charRg st="144" end="160"/>
                                            </p:txEl>
                                          </p:spTgt>
                                        </p:tgtEl>
                                        <p:attrNameLst>
                                          <p:attrName>style.visibility</p:attrName>
                                        </p:attrNameLst>
                                      </p:cBhvr>
                                      <p:to>
                                        <p:strVal val="visible"/>
                                      </p:to>
                                    </p:set>
                                    <p:animEffect transition="in" filter="circle(in)">
                                      <p:cBhvr>
                                        <p:cTn dur="2000" id="12"/>
                                        <p:tgtEl>
                                          <p:spTgt spid="1048613">
                                            <p:txEl>
                                              <p:charRg st="144" end="160"/>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6" presetSubtype="16">
                                  <p:stCondLst>
                                    <p:cond delay="0"/>
                                  </p:stCondLst>
                                  <p:childTnLst>
                                    <p:set>
                                      <p:cBhvr>
                                        <p:cTn dur="1" fill="hold" id="16">
                                          <p:stCondLst>
                                            <p:cond delay="0"/>
                                          </p:stCondLst>
                                        </p:cTn>
                                        <p:tgtEl>
                                          <p:spTgt spid="1048613">
                                            <p:txEl>
                                              <p:charRg st="160" end="450"/>
                                            </p:txEl>
                                          </p:spTgt>
                                        </p:tgtEl>
                                        <p:attrNameLst>
                                          <p:attrName>style.visibility</p:attrName>
                                        </p:attrNameLst>
                                      </p:cBhvr>
                                      <p:to>
                                        <p:strVal val="visible"/>
                                      </p:to>
                                    </p:set>
                                    <p:animEffect transition="in" filter="circle(in)">
                                      <p:cBhvr>
                                        <p:cTn dur="2000" id="17"/>
                                        <p:tgtEl>
                                          <p:spTgt spid="1048613">
                                            <p:txEl>
                                              <p:charRg st="160" end="4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3" grpId="0" uiExpand="0" build="p" bldLvl="1"/>
    </p:bldLst>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54" name=""/>
        <p:cNvGrpSpPr/>
        <p:nvPr/>
      </p:nvGrpSpPr>
      <p:grpSpPr>
        <a:xfrm rot="0">
          <a:off x="0" y="0"/>
          <a:ext cx="0" cy="0"/>
          <a:chOff x="0" y="0"/>
          <a:chExt cx="0" cy="0"/>
        </a:xfrm>
      </p:grpSpPr>
      <p:sp>
        <p:nvSpPr>
          <p:cNvPr id="1048615" name=""/>
          <p:cNvSpPr/>
          <p:nvPr>
            <p:ph sz="quarter" idx="4294967295"/>
          </p:nvPr>
        </p:nvSpPr>
        <p:spPr>
          <a:xfrm rot="0">
            <a:off x="609600" y="1076325"/>
            <a:ext cx="5384800" cy="509587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r>
              <a:rPr altLang="en-US" sz="2000" lang="en-US">
                <a:latin typeface="Times New Roman" pitchFamily="18" charset="0"/>
                <a:ea typeface="Times New Roman" pitchFamily="18" charset="0"/>
              </a:rPr>
              <a:t>a. TCP/IP</a:t>
            </a:r>
          </a:p>
          <a:p>
            <a:pPr eaLnBrk="1" hangingPunct="1" indent="0" latinLnBrk="1" lvl="0" marL="0"/>
            <a:r>
              <a:rPr altLang="en-US" sz="2000" lang="en-US">
                <a:latin typeface="Times New Roman" pitchFamily="18" charset="0"/>
                <a:ea typeface="Times New Roman" pitchFamily="18" charset="0"/>
              </a:rPr>
              <a:t>TCP/IP (Transfer Control Protocol/Internet Protocol) merupakan sebuah protokol yang digunakan pada jaringan Internet.Protokol ini terdiri dari dua bagian besar, yaitu TCP dan IP. Ilustrasi pemrosesan data untuk dikirimkan dengan menggunakan protokol TCP/IP diberikan pada gambar dibawah ini.</a:t>
            </a:r>
          </a:p>
          <a:p>
            <a:pPr eaLnBrk="1" hangingPunct="1" indent="0" latinLnBrk="1" lvl="0" marL="0"/>
            <a:br/>
            <a:endParaRPr altLang="en-US" sz="2000" lang="en-US">
              <a:latin typeface="Times New Roman" pitchFamily="18" charset="0"/>
              <a:ea typeface="Times New Roman" pitchFamily="18" charset="0"/>
            </a:endParaRPr>
          </a:p>
          <a:p>
            <a:pPr eaLnBrk="1" hangingPunct="1" indent="0" latinLnBrk="1" lvl="0" marL="0">
              <a:buFont typeface="Wingdings 2" pitchFamily="18" charset="2"/>
              <a:buChar char=""/>
            </a:pPr>
            <a:endParaRPr altLang="en-US" sz="2000" lang="en-US"/>
          </a:p>
        </p:txBody>
      </p:sp>
      <p:sp>
        <p:nvSpPr>
          <p:cNvPr id="1048616" name=""/>
          <p:cNvSpPr/>
          <p:nvPr>
            <p:ph sz="quarter" idx="4294967295"/>
          </p:nvPr>
        </p:nvSpPr>
        <p:spPr>
          <a:xfrm rot="0">
            <a:off x="6197600" y="1076325"/>
            <a:ext cx="5384800" cy="52847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ct val="0"/>
              </a:spcBef>
            </a:pPr>
            <a:r>
              <a:rPr altLang="en-US" sz="2200" lang="en-US">
                <a:latin typeface="Times New Roman" pitchFamily="18" charset="0"/>
                <a:ea typeface="Times New Roman" pitchFamily="18" charset="0"/>
              </a:rPr>
              <a:t>b. Application layer</a:t>
            </a:r>
          </a:p>
          <a:p>
            <a:pPr eaLnBrk="1" hangingPunct="1" indent="0" latinLnBrk="1" lvl="0" marL="0">
              <a:spcBef>
                <a:spcPct val="0"/>
              </a:spcBef>
            </a:pPr>
            <a:r>
              <a:rPr altLang="en-US" sz="2200" lang="en-US">
                <a:latin typeface="Times New Roman" pitchFamily="18" charset="0"/>
                <a:ea typeface="Times New Roman" pitchFamily="18" charset="0"/>
              </a:rPr>
              <a:t>Fungsi utama lapisan ini adalah pemindahan file. Perpindahan file dari sebuah sistem ke sistem lainnya yang berbeda memerlukan suatu sistem pengendalian untuk menangatasi adanya ketidak kompatibelan sistem file yang berbeda - beda. Protokol ini berhubungan dengan aplikasi. Salah satu contoh aplikasi yang telah dikenal misalnya HTTP (Hypertext Transfer Protocol) untuk web, FTP (File Transfer Protocol) untuk perpindahan file, dan TELNET untuk terminal maya jarak jauh.</a:t>
            </a:r>
          </a:p>
          <a:p>
            <a:pPr eaLnBrk="1" hangingPunct="1" indent="0" latinLnBrk="1" lvl="0" marL="0">
              <a:spcBef>
                <a:spcPct val="0"/>
              </a:spcBef>
            </a:pPr>
            <a:br/>
            <a:endParaRPr altLang="en-US" sz="2200" lang="en-US">
              <a:latin typeface="Times New Roman" pitchFamily="18" charset="0"/>
              <a:ea typeface="Times New Roman" pitchFamily="18" charset="0"/>
            </a:endParaRPr>
          </a:p>
        </p:txBody>
      </p:sp>
      <p:sp>
        <p:nvSpPr>
          <p:cNvPr id="1048617" name=""/>
          <p:cNvSpPr/>
          <p:nvPr>
            <p:ph type="title" sz="full" idx="4294967295"/>
          </p:nvPr>
        </p:nvSpPr>
        <p:spPr>
          <a:xfrm rot="0">
            <a:off x="609600" y="274637"/>
            <a:ext cx="10972800" cy="423862"/>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endParaRPr altLang="en-US" lang="en-US">
              <a:solidFill>
                <a:srgbClr val="959599"/>
              </a:solidFill>
            </a:endParaRPr>
          </a:p>
        </p:txBody>
      </p:sp>
      <p:pic>
        <p:nvPicPr>
          <p:cNvPr id="2097154" name=""/>
          <p:cNvPicPr>
            <a:picLocks/>
          </p:cNvPicPr>
          <p:nvPr/>
        </p:nvPicPr>
        <p:blipFill>
          <a:blip xmlns:r="http://schemas.openxmlformats.org/officeDocument/2006/relationships" r:embed="rId1"/>
          <a:srcRect l="0" t="0" r="0" b="0"/>
          <a:stretch>
            <a:fillRect/>
          </a:stretch>
        </p:blipFill>
        <p:spPr>
          <a:xfrm rot="0">
            <a:off x="860425" y="4114800"/>
            <a:ext cx="4746625" cy="1666875"/>
          </a:xfrm>
          <a:prstGeom prst="rect"/>
          <a:noFill/>
          <a:ln>
            <a:noFill/>
          </a:ln>
        </p:spPr>
      </p:pic>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15">
                                            <p:txEl>
                                              <p:charRg st="0" end="10"/>
                                            </p:txEl>
                                          </p:spTgt>
                                        </p:tgtEl>
                                        <p:attrNameLst>
                                          <p:attrName>style.visibility</p:attrName>
                                        </p:attrNameLst>
                                      </p:cBhvr>
                                      <p:to>
                                        <p:strVal val="visible"/>
                                      </p:to>
                                    </p:set>
                                    <p:animEffect transition="in" filter="fade">
                                      <p:cBhvr>
                                        <p:cTn dur="1000" id="7"/>
                                        <p:tgtEl>
                                          <p:spTgt spid="1048615">
                                            <p:txEl>
                                              <p:charRg st="0" end="10"/>
                                            </p:txEl>
                                          </p:spTgt>
                                        </p:tgtEl>
                                      </p:cBhvr>
                                    </p:animEffect>
                                    <p:anim calcmode="lin" valueType="num">
                                      <p:cBhvr>
                                        <p:cTn dur="1000" fill="hold" id="8"/>
                                        <p:tgtEl>
                                          <p:spTgt spid="1048615">
                                            <p:txEl>
                                              <p:charRg st="0" end="10"/>
                                            </p:txEl>
                                          </p:spTgt>
                                        </p:tgtEl>
                                        <p:attrNameLst>
                                          <p:attrName>ppt_x</p:attrName>
                                        </p:attrNameLst>
                                      </p:cBhvr>
                                      <p:tavLst>
                                        <p:tav tm="0">
                                          <p:val>
                                            <p:strVal val="#ppt_x"/>
                                          </p:val>
                                        </p:tav>
                                        <p:tav tm="100000">
                                          <p:val>
                                            <p:strVal val="#ppt_x"/>
                                          </p:val>
                                        </p:tav>
                                      </p:tavLst>
                                    </p:anim>
                                    <p:anim calcmode="lin" valueType="num">
                                      <p:cBhvr>
                                        <p:cTn dur="1000" fill="hold" id="9"/>
                                        <p:tgtEl>
                                          <p:spTgt spid="1048615">
                                            <p:txEl>
                                              <p:charRg st="0" end="10"/>
                                            </p:txEl>
                                          </p:spTgt>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1048615">
                                            <p:txEl>
                                              <p:charRg st="10" end="302"/>
                                            </p:txEl>
                                          </p:spTgt>
                                        </p:tgtEl>
                                        <p:attrNameLst>
                                          <p:attrName>style.visibility</p:attrName>
                                        </p:attrNameLst>
                                      </p:cBhvr>
                                      <p:to>
                                        <p:strVal val="visible"/>
                                      </p:to>
                                    </p:set>
                                    <p:animEffect transition="in" filter="fade">
                                      <p:cBhvr>
                                        <p:cTn dur="1000" id="14"/>
                                        <p:tgtEl>
                                          <p:spTgt spid="1048615">
                                            <p:txEl>
                                              <p:charRg st="10" end="302"/>
                                            </p:txEl>
                                          </p:spTgt>
                                        </p:tgtEl>
                                      </p:cBhvr>
                                    </p:animEffect>
                                    <p:anim calcmode="lin" valueType="num">
                                      <p:cBhvr>
                                        <p:cTn dur="1000" fill="hold" id="15"/>
                                        <p:tgtEl>
                                          <p:spTgt spid="1048615">
                                            <p:txEl>
                                              <p:charRg st="10" end="302"/>
                                            </p:txEl>
                                          </p:spTgt>
                                        </p:tgtEl>
                                        <p:attrNameLst>
                                          <p:attrName>ppt_x</p:attrName>
                                        </p:attrNameLst>
                                      </p:cBhvr>
                                      <p:tavLst>
                                        <p:tav tm="0">
                                          <p:val>
                                            <p:strVal val="#ppt_x"/>
                                          </p:val>
                                        </p:tav>
                                        <p:tav tm="100000">
                                          <p:val>
                                            <p:strVal val="#ppt_x"/>
                                          </p:val>
                                        </p:tav>
                                      </p:tavLst>
                                    </p:anim>
                                    <p:anim calcmode="lin" valueType="num">
                                      <p:cBhvr>
                                        <p:cTn dur="1000" fill="hold" id="16"/>
                                        <p:tgtEl>
                                          <p:spTgt spid="1048615">
                                            <p:txEl>
                                              <p:charRg st="10" end="302"/>
                                            </p:txEl>
                                          </p:spTgt>
                                        </p:tgtEl>
                                        <p:attrNameLst>
                                          <p:attrName>ppt_y</p:attrName>
                                        </p:attrNameLst>
                                      </p:cBhvr>
                                      <p:tavLst>
                                        <p:tav tm="0">
                                          <p:val>
                                            <p:strVal val="#ppt_y+.1"/>
                                          </p:val>
                                        </p:tav>
                                        <p:tav tm="100000">
                                          <p:val>
                                            <p:strVal val="#ppt_y"/>
                                          </p:val>
                                        </p:tav>
                                      </p:tavLst>
                                    </p:anim>
                                  </p:childTnLst>
                                </p:cTn>
                              </p:par>
                            </p:childTnLst>
                          </p:cTn>
                        </p:par>
                      </p:childTnLst>
                    </p:cTn>
                  </p:par>
                  <p:par>
                    <p:cTn fill="hold" id="17" nodeType="clickPar">
                      <p:stCondLst>
                        <p:cond delay="indefinite"/>
                      </p:stCondLst>
                      <p:childTnLst>
                        <p:par>
                          <p:cTn fill="hold" id="18" nodeType="withGroup">
                            <p:stCondLst>
                              <p:cond delay="0"/>
                            </p:stCondLst>
                            <p:childTnLst>
                              <p:par>
                                <p:cTn fill="hold" grpId="0" id="19" nodeType="clickEffect" presetClass="entr" presetID="42" presetSubtype="0">
                                  <p:stCondLst>
                                    <p:cond delay="0"/>
                                  </p:stCondLst>
                                  <p:childTnLst>
                                    <p:set>
                                      <p:cBhvr>
                                        <p:cTn dur="1" fill="hold" id="20">
                                          <p:stCondLst>
                                            <p:cond delay="0"/>
                                          </p:stCondLst>
                                        </p:cTn>
                                        <p:tgtEl>
                                          <p:spTgt spid="1048615">
                                            <p:txEl>
                                              <p:charRg st="302" end="304"/>
                                            </p:txEl>
                                          </p:spTgt>
                                        </p:tgtEl>
                                        <p:attrNameLst>
                                          <p:attrName>style.visibility</p:attrName>
                                        </p:attrNameLst>
                                      </p:cBhvr>
                                      <p:to>
                                        <p:strVal val="visible"/>
                                      </p:to>
                                    </p:set>
                                    <p:animEffect transition="in" filter="fade">
                                      <p:cBhvr>
                                        <p:cTn dur="1000" id="21"/>
                                        <p:tgtEl>
                                          <p:spTgt spid="1048615">
                                            <p:txEl>
                                              <p:charRg st="302" end="304"/>
                                            </p:txEl>
                                          </p:spTgt>
                                        </p:tgtEl>
                                      </p:cBhvr>
                                    </p:animEffect>
                                    <p:anim calcmode="lin" valueType="num">
                                      <p:cBhvr>
                                        <p:cTn dur="1000" fill="hold" id="22"/>
                                        <p:tgtEl>
                                          <p:spTgt spid="1048615">
                                            <p:txEl>
                                              <p:charRg st="302" end="304"/>
                                            </p:txEl>
                                          </p:spTgt>
                                        </p:tgtEl>
                                        <p:attrNameLst>
                                          <p:attrName>ppt_x</p:attrName>
                                        </p:attrNameLst>
                                      </p:cBhvr>
                                      <p:tavLst>
                                        <p:tav tm="0">
                                          <p:val>
                                            <p:strVal val="#ppt_x"/>
                                          </p:val>
                                        </p:tav>
                                        <p:tav tm="100000">
                                          <p:val>
                                            <p:strVal val="#ppt_x"/>
                                          </p:val>
                                        </p:tav>
                                      </p:tavLst>
                                    </p:anim>
                                    <p:anim calcmode="lin" valueType="num">
                                      <p:cBhvr>
                                        <p:cTn dur="1000" fill="hold" id="23"/>
                                        <p:tgtEl>
                                          <p:spTgt spid="1048615">
                                            <p:txEl>
                                              <p:charRg st="302" end="304"/>
                                            </p:txEl>
                                          </p:spTgt>
                                        </p:tgtEl>
                                        <p:attrNameLst>
                                          <p:attrName>ppt_y</p:attrName>
                                        </p:attrNameLst>
                                      </p:cBhvr>
                                      <p:tavLst>
                                        <p:tav tm="0">
                                          <p:val>
                                            <p:strVal val="#ppt_y+.1"/>
                                          </p:val>
                                        </p:tav>
                                        <p:tav tm="100000">
                                          <p:val>
                                            <p:strVal val="#ppt_y"/>
                                          </p:val>
                                        </p:tav>
                                      </p:tavLst>
                                    </p:anim>
                                  </p:childTnLst>
                                </p:cTn>
                              </p:par>
                            </p:childTnLst>
                          </p:cTn>
                        </p:par>
                      </p:childTnLst>
                    </p:cTn>
                  </p:par>
                  <p:par>
                    <p:cTn fill="hold" id="24" nodeType="clickPar">
                      <p:stCondLst>
                        <p:cond delay="indefinite"/>
                      </p:stCondLst>
                      <p:childTnLst>
                        <p:par>
                          <p:cTn fill="hold" id="25" nodeType="withGroup">
                            <p:stCondLst>
                              <p:cond delay="0"/>
                            </p:stCondLst>
                            <p:childTnLst>
                              <p:par>
                                <p:cTn fill="hold" grpId="0" id="26" nodeType="clickEffect" presetClass="entr" presetID="2" presetSubtype="4">
                                  <p:stCondLst>
                                    <p:cond delay="0"/>
                                  </p:stCondLst>
                                  <p:childTnLst>
                                    <p:set>
                                      <p:cBhvr>
                                        <p:cTn dur="1" fill="hold" id="27">
                                          <p:stCondLst>
                                            <p:cond delay="0"/>
                                          </p:stCondLst>
                                        </p:cTn>
                                        <p:tgtEl>
                                          <p:spTgt spid="1048616">
                                            <p:txEl>
                                              <p:charRg st="0" end="21"/>
                                            </p:txEl>
                                          </p:spTgt>
                                        </p:tgtEl>
                                        <p:attrNameLst>
                                          <p:attrName>style.visibility</p:attrName>
                                        </p:attrNameLst>
                                      </p:cBhvr>
                                      <p:to>
                                        <p:strVal val="visible"/>
                                      </p:to>
                                    </p:set>
                                    <p:anim calcmode="lin" valueType="num">
                                      <p:cBhvr additive="base">
                                        <p:cTn dur="500" fill="hold" id="28"/>
                                        <p:tgtEl>
                                          <p:spTgt spid="1048616">
                                            <p:txEl>
                                              <p:charRg st="0" end="21"/>
                                            </p:txEl>
                                          </p:spTgt>
                                        </p:tgtEl>
                                        <p:attrNameLst>
                                          <p:attrName>ppt_x</p:attrName>
                                        </p:attrNameLst>
                                      </p:cBhvr>
                                      <p:tavLst>
                                        <p:tav tm="0">
                                          <p:val>
                                            <p:strVal val="#ppt_x"/>
                                          </p:val>
                                        </p:tav>
                                        <p:tav tm="100000">
                                          <p:val>
                                            <p:strVal val="#ppt_x"/>
                                          </p:val>
                                        </p:tav>
                                      </p:tavLst>
                                    </p:anim>
                                    <p:anim calcmode="lin" valueType="num">
                                      <p:cBhvr additive="base">
                                        <p:cTn dur="500" fill="hold" id="29"/>
                                        <p:tgtEl>
                                          <p:spTgt spid="1048616">
                                            <p:txEl>
                                              <p:charRg st="0" end="21"/>
                                            </p:txEl>
                                          </p:spTgt>
                                        </p:tgtEl>
                                        <p:attrNameLst>
                                          <p:attrName>ppt_y</p:attrName>
                                        </p:attrNameLst>
                                      </p:cBhvr>
                                      <p:tavLst>
                                        <p:tav tm="0">
                                          <p:val>
                                            <p:strVal val="1+#ppt_h/2"/>
                                          </p:val>
                                        </p:tav>
                                        <p:tav tm="100000">
                                          <p:val>
                                            <p:strVal val="#ppt_y"/>
                                          </p:val>
                                        </p:tav>
                                      </p:tavLst>
                                    </p:anim>
                                  </p:childTnLst>
                                </p:cTn>
                              </p:par>
                            </p:childTnLst>
                          </p:cTn>
                        </p:par>
                      </p:childTnLst>
                    </p:cTn>
                  </p:par>
                  <p:par>
                    <p:cTn fill="hold" id="30" nodeType="clickPar">
                      <p:stCondLst>
                        <p:cond delay="indefinite"/>
                      </p:stCondLst>
                      <p:childTnLst>
                        <p:par>
                          <p:cTn fill="hold" id="31" nodeType="withGroup">
                            <p:stCondLst>
                              <p:cond delay="0"/>
                            </p:stCondLst>
                            <p:childTnLst>
                              <p:par>
                                <p:cTn fill="hold" grpId="0" id="32" nodeType="clickEffect" presetClass="entr" presetID="2" presetSubtype="4">
                                  <p:stCondLst>
                                    <p:cond delay="0"/>
                                  </p:stCondLst>
                                  <p:childTnLst>
                                    <p:set>
                                      <p:cBhvr>
                                        <p:cTn dur="1" fill="hold" id="33">
                                          <p:stCondLst>
                                            <p:cond delay="0"/>
                                          </p:stCondLst>
                                        </p:cTn>
                                        <p:tgtEl>
                                          <p:spTgt spid="1048616">
                                            <p:txEl>
                                              <p:charRg st="21" end="492"/>
                                            </p:txEl>
                                          </p:spTgt>
                                        </p:tgtEl>
                                        <p:attrNameLst>
                                          <p:attrName>style.visibility</p:attrName>
                                        </p:attrNameLst>
                                      </p:cBhvr>
                                      <p:to>
                                        <p:strVal val="visible"/>
                                      </p:to>
                                    </p:set>
                                    <p:anim calcmode="lin" valueType="num">
                                      <p:cBhvr additive="base">
                                        <p:cTn dur="500" fill="hold" id="34"/>
                                        <p:tgtEl>
                                          <p:spTgt spid="1048616">
                                            <p:txEl>
                                              <p:charRg st="21" end="492"/>
                                            </p:txEl>
                                          </p:spTgt>
                                        </p:tgtEl>
                                        <p:attrNameLst>
                                          <p:attrName>ppt_x</p:attrName>
                                        </p:attrNameLst>
                                      </p:cBhvr>
                                      <p:tavLst>
                                        <p:tav tm="0">
                                          <p:val>
                                            <p:strVal val="#ppt_x"/>
                                          </p:val>
                                        </p:tav>
                                        <p:tav tm="100000">
                                          <p:val>
                                            <p:strVal val="#ppt_x"/>
                                          </p:val>
                                        </p:tav>
                                      </p:tavLst>
                                    </p:anim>
                                    <p:anim calcmode="lin" valueType="num">
                                      <p:cBhvr additive="base">
                                        <p:cTn dur="500" fill="hold" id="35"/>
                                        <p:tgtEl>
                                          <p:spTgt spid="1048616">
                                            <p:txEl>
                                              <p:charRg st="21" end="492"/>
                                            </p:txEl>
                                          </p:spTgt>
                                        </p:tgtEl>
                                        <p:attrNameLst>
                                          <p:attrName>ppt_y</p:attrName>
                                        </p:attrNameLst>
                                      </p:cBhvr>
                                      <p:tavLst>
                                        <p:tav tm="0">
                                          <p:val>
                                            <p:strVal val="1+#ppt_h/2"/>
                                          </p:val>
                                        </p:tav>
                                        <p:tav tm="100000">
                                          <p:val>
                                            <p:strVal val="#ppt_y"/>
                                          </p:val>
                                        </p:tav>
                                      </p:tavLst>
                                    </p:anim>
                                  </p:childTnLst>
                                </p:cTn>
                              </p:par>
                            </p:childTnLst>
                          </p:cTn>
                        </p:par>
                      </p:childTnLst>
                    </p:cTn>
                  </p:par>
                  <p:par>
                    <p:cTn fill="hold" id="36" nodeType="clickPar">
                      <p:stCondLst>
                        <p:cond delay="indefinite"/>
                      </p:stCondLst>
                      <p:childTnLst>
                        <p:par>
                          <p:cTn fill="hold" id="37" nodeType="withGroup">
                            <p:stCondLst>
                              <p:cond delay="0"/>
                            </p:stCondLst>
                            <p:childTnLst>
                              <p:par>
                                <p:cTn fill="hold" grpId="0" id="38" nodeType="clickEffect" presetClass="entr" presetID="2" presetSubtype="4">
                                  <p:stCondLst>
                                    <p:cond delay="0"/>
                                  </p:stCondLst>
                                  <p:childTnLst>
                                    <p:set>
                                      <p:cBhvr>
                                        <p:cTn dur="1" fill="hold" id="39">
                                          <p:stCondLst>
                                            <p:cond delay="0"/>
                                          </p:stCondLst>
                                        </p:cTn>
                                        <p:tgtEl>
                                          <p:spTgt spid="1048616">
                                            <p:txEl>
                                              <p:charRg st="492" end="494"/>
                                            </p:txEl>
                                          </p:spTgt>
                                        </p:tgtEl>
                                        <p:attrNameLst>
                                          <p:attrName>style.visibility</p:attrName>
                                        </p:attrNameLst>
                                      </p:cBhvr>
                                      <p:to>
                                        <p:strVal val="visible"/>
                                      </p:to>
                                    </p:set>
                                    <p:anim calcmode="lin" valueType="num">
                                      <p:cBhvr additive="base">
                                        <p:cTn dur="500" fill="hold" id="40"/>
                                        <p:tgtEl>
                                          <p:spTgt spid="1048616">
                                            <p:txEl>
                                              <p:charRg st="492" end="494"/>
                                            </p:txEl>
                                          </p:spTgt>
                                        </p:tgtEl>
                                        <p:attrNameLst>
                                          <p:attrName>ppt_x</p:attrName>
                                        </p:attrNameLst>
                                      </p:cBhvr>
                                      <p:tavLst>
                                        <p:tav tm="0">
                                          <p:val>
                                            <p:strVal val="#ppt_x"/>
                                          </p:val>
                                        </p:tav>
                                        <p:tav tm="100000">
                                          <p:val>
                                            <p:strVal val="#ppt_x"/>
                                          </p:val>
                                        </p:tav>
                                      </p:tavLst>
                                    </p:anim>
                                    <p:anim calcmode="lin" valueType="num">
                                      <p:cBhvr additive="base">
                                        <p:cTn dur="500" fill="hold" id="41"/>
                                        <p:tgtEl>
                                          <p:spTgt spid="1048616">
                                            <p:txEl>
                                              <p:charRg st="492" end="49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5" grpId="0" uiExpand="0" build="p" bldLvl="1"/>
      <p:bldP spid="1048616" grpId="0" uiExpand="0" build="p" bldLvl="1"/>
    </p:bldLst>
  </p:timing>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55" name=""/>
        <p:cNvGrpSpPr/>
        <p:nvPr/>
      </p:nvGrpSpPr>
      <p:grpSpPr>
        <a:xfrm rot="0">
          <a:off x="0" y="0"/>
          <a:ext cx="0" cy="0"/>
          <a:chOff x="0" y="0"/>
          <a:chExt cx="0" cy="0"/>
        </a:xfrm>
      </p:grpSpPr>
      <p:sp>
        <p:nvSpPr>
          <p:cNvPr id="1048618" name=""/>
          <p:cNvSpPr/>
          <p:nvPr>
            <p:ph sz="quarter" idx="4294967295"/>
          </p:nvPr>
        </p:nvSpPr>
        <p:spPr>
          <a:xfrm rot="0">
            <a:off x="609600" y="968375"/>
            <a:ext cx="5384800" cy="545941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90000"/>
              </a:lnSpc>
              <a:spcBef>
                <a:spcPct val="0"/>
              </a:spcBef>
            </a:pPr>
            <a:r>
              <a:rPr altLang="en-US" sz="2000" lang="en-US">
                <a:latin typeface="Times New Roman" pitchFamily="18" charset="0"/>
                <a:ea typeface="Times New Roman" pitchFamily="18" charset="0"/>
              </a:rPr>
              <a:t>c. </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TCP </a:t>
            </a:r>
            <a:r>
              <a:rPr altLang="en-US" sz="2000" lang="en-US">
                <a:latin typeface="Times New Roman" pitchFamily="18" charset="0"/>
                <a:ea typeface="Times New Roman" pitchFamily="18" charset="0"/>
              </a:rPr>
              <a:t>(Transmission Control Protocol)</a:t>
            </a:r>
          </a:p>
          <a:p>
            <a:pPr eaLnBrk="1" hangingPunct="1" indent="0" latinLnBrk="1" lvl="0" marL="0">
              <a:lnSpc>
                <a:spcPct val="90000"/>
              </a:lnSpc>
              <a:spcBef>
                <a:spcPct val="0"/>
              </a:spcBef>
            </a:pPr>
            <a:r>
              <a:rPr altLang="en-US" sz="2000" lang="en-US">
                <a:latin typeface="Times New Roman" pitchFamily="18" charset="0"/>
                <a:ea typeface="Times New Roman" pitchFamily="18" charset="0"/>
              </a:rPr>
              <a:t>Dalam mentransmisikan data pada layer Transpor ada dua protokol yang berperan yaitu TCP dan UDP. TCP merupakan protokol yang connection-oriented yang artinya menjaga reliabilitas hubungan komunikadasi end-to-end. Konsep dasar cara kerja TCP adalah mengirm dan menerima segment - segment informasi dengan panjang data bervariasi pada suatu datagram internet. Dalam hubungan VoIP, TCP digunakan pada saat signaling, TCP digunakan untuk menjamin setup suatu call pada sesi signaling. TCP tidak digunakan dalam pengiriman data suara pada VoIP karena pada suatu komunikasi data VoIP penanganan data yang mengalami keterlambatan lebih penting daripada penanganan paket yang hilang.</a:t>
            </a:r>
          </a:p>
          <a:p>
            <a:pPr eaLnBrk="1" hangingPunct="1" indent="0" latinLnBrk="1" lvl="0" marL="0">
              <a:lnSpc>
                <a:spcPct val="90000"/>
              </a:lnSpc>
            </a:pPr>
            <a:br/>
            <a:endParaRPr altLang="en-US" sz="2000" lang="en-US"/>
          </a:p>
          <a:p>
            <a:pPr eaLnBrk="1" hangingPunct="1" indent="0" latinLnBrk="1" lvl="0" marL="0">
              <a:lnSpc>
                <a:spcPct val="90000"/>
              </a:lnSpc>
              <a:buFont typeface="Wingdings 2" pitchFamily="18" charset="2"/>
              <a:buChar char=""/>
            </a:pPr>
            <a:endParaRPr altLang="en-US" sz="2000" lang="en-US"/>
          </a:p>
        </p:txBody>
      </p:sp>
      <p:sp>
        <p:nvSpPr>
          <p:cNvPr id="1048619" name=""/>
          <p:cNvSpPr/>
          <p:nvPr>
            <p:ph sz="quarter" idx="4294967295"/>
          </p:nvPr>
        </p:nvSpPr>
        <p:spPr>
          <a:xfrm rot="0">
            <a:off x="6197600" y="1062037"/>
            <a:ext cx="5384800" cy="520382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ts val="1200"/>
              </a:spcBef>
            </a:pPr>
            <a:r>
              <a:rPr altLang="en-US" sz="2000" lang="en-US">
                <a:latin typeface="Times New Roman" pitchFamily="18" charset="0"/>
                <a:ea typeface="Times New Roman" pitchFamily="18" charset="0"/>
              </a:rPr>
              <a:t>d. User Datagram Protocol (UDP)</a:t>
            </a:r>
          </a:p>
          <a:p>
            <a:pPr eaLnBrk="1" hangingPunct="1" indent="0" latinLnBrk="1" lvl="0" marL="0">
              <a:spcBef>
                <a:spcPts val="1200"/>
              </a:spcBef>
            </a:pPr>
            <a:r>
              <a:rPr altLang="en-US" sz="2000" lang="en-US">
                <a:latin typeface="Times New Roman" pitchFamily="18" charset="0"/>
                <a:ea typeface="Times New Roman" pitchFamily="18" charset="0"/>
              </a:rPr>
              <a:t>UDP yang merupakan salah satu protocol utama diatas IP merupakan transport protocol yang lebih sederhana dibandingkan dengan TCP. UDP digunakan untuk situasi yang tidak mementingkan mekanisme reliabilitas.  UDP pada VoIP digunakan untuk mengirimkan audio stream yang dikrimkan secara terus menerus. UDP digunakan pada VoIP karena pada pengiriman audio streaming yang berlangsung terus menerus lebih mementingkan kecepatan pengiriman data agar tiba di tujuan tanpa memperhatikan adanya paket yang hilang walaupun mencapai 50% dari jumlah paket yang dikirimkan. </a:t>
            </a:r>
          </a:p>
        </p:txBody>
      </p:sp>
      <p:sp>
        <p:nvSpPr>
          <p:cNvPr id="1048620" name=""/>
          <p:cNvSpPr/>
          <p:nvPr>
            <p:ph type="title" sz="full" idx="4294967295"/>
          </p:nvPr>
        </p:nvSpPr>
        <p:spPr>
          <a:xfrm rot="0">
            <a:off x="609600" y="274637"/>
            <a:ext cx="10972800" cy="303212"/>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endParaRPr altLang="en-US" sz="1600" lang="en-US">
              <a:solidFill>
                <a:srgbClr val="959599"/>
              </a:solidFill>
            </a:endParaRP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18">
                                            <p:txEl>
                                              <p:charRg st="0" end="40"/>
                                            </p:txEl>
                                          </p:spTgt>
                                        </p:tgtEl>
                                        <p:attrNameLst>
                                          <p:attrName>style.visibility</p:attrName>
                                        </p:attrNameLst>
                                      </p:cBhvr>
                                      <p:to>
                                        <p:strVal val="visible"/>
                                      </p:to>
                                    </p:set>
                                    <p:animEffect transition="in" filter="fade">
                                      <p:cBhvr>
                                        <p:cTn dur="1000" id="7"/>
                                        <p:tgtEl>
                                          <p:spTgt spid="1048618">
                                            <p:txEl>
                                              <p:charRg st="0" end="40"/>
                                            </p:txEl>
                                          </p:spTgt>
                                        </p:tgtEl>
                                      </p:cBhvr>
                                    </p:animEffect>
                                    <p:anim calcmode="lin" valueType="num">
                                      <p:cBhvr>
                                        <p:cTn dur="1000" fill="hold" id="8"/>
                                        <p:tgtEl>
                                          <p:spTgt spid="1048618">
                                            <p:txEl>
                                              <p:charRg st="0" end="40"/>
                                            </p:txEl>
                                          </p:spTgt>
                                        </p:tgtEl>
                                        <p:attrNameLst>
                                          <p:attrName>ppt_x</p:attrName>
                                        </p:attrNameLst>
                                      </p:cBhvr>
                                      <p:tavLst>
                                        <p:tav tm="0">
                                          <p:val>
                                            <p:strVal val="#ppt_x"/>
                                          </p:val>
                                        </p:tav>
                                        <p:tav tm="100000">
                                          <p:val>
                                            <p:strVal val="#ppt_x"/>
                                          </p:val>
                                        </p:tav>
                                      </p:tavLst>
                                    </p:anim>
                                    <p:anim calcmode="lin" valueType="num">
                                      <p:cBhvr>
                                        <p:cTn dur="1000" fill="hold" id="9"/>
                                        <p:tgtEl>
                                          <p:spTgt spid="1048618">
                                            <p:txEl>
                                              <p:charRg st="0" end="40"/>
                                            </p:txEl>
                                          </p:spTgt>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1048618">
                                            <p:txEl>
                                              <p:charRg st="40" end="716"/>
                                            </p:txEl>
                                          </p:spTgt>
                                        </p:tgtEl>
                                        <p:attrNameLst>
                                          <p:attrName>style.visibility</p:attrName>
                                        </p:attrNameLst>
                                      </p:cBhvr>
                                      <p:to>
                                        <p:strVal val="visible"/>
                                      </p:to>
                                    </p:set>
                                    <p:animEffect transition="in" filter="fade">
                                      <p:cBhvr>
                                        <p:cTn dur="1000" id="14"/>
                                        <p:tgtEl>
                                          <p:spTgt spid="1048618">
                                            <p:txEl>
                                              <p:charRg st="40" end="716"/>
                                            </p:txEl>
                                          </p:spTgt>
                                        </p:tgtEl>
                                      </p:cBhvr>
                                    </p:animEffect>
                                    <p:anim calcmode="lin" valueType="num">
                                      <p:cBhvr>
                                        <p:cTn dur="1000" fill="hold" id="15"/>
                                        <p:tgtEl>
                                          <p:spTgt spid="1048618">
                                            <p:txEl>
                                              <p:charRg st="40" end="716"/>
                                            </p:txEl>
                                          </p:spTgt>
                                        </p:tgtEl>
                                        <p:attrNameLst>
                                          <p:attrName>ppt_x</p:attrName>
                                        </p:attrNameLst>
                                      </p:cBhvr>
                                      <p:tavLst>
                                        <p:tav tm="0">
                                          <p:val>
                                            <p:strVal val="#ppt_x"/>
                                          </p:val>
                                        </p:tav>
                                        <p:tav tm="100000">
                                          <p:val>
                                            <p:strVal val="#ppt_x"/>
                                          </p:val>
                                        </p:tav>
                                      </p:tavLst>
                                    </p:anim>
                                    <p:anim calcmode="lin" valueType="num">
                                      <p:cBhvr>
                                        <p:cTn dur="1000" fill="hold" id="16"/>
                                        <p:tgtEl>
                                          <p:spTgt spid="1048618">
                                            <p:txEl>
                                              <p:charRg st="40" end="716"/>
                                            </p:txEl>
                                          </p:spTgt>
                                        </p:tgtEl>
                                        <p:attrNameLst>
                                          <p:attrName>ppt_y</p:attrName>
                                        </p:attrNameLst>
                                      </p:cBhvr>
                                      <p:tavLst>
                                        <p:tav tm="0">
                                          <p:val>
                                            <p:strVal val="#ppt_y+.1"/>
                                          </p:val>
                                        </p:tav>
                                        <p:tav tm="100000">
                                          <p:val>
                                            <p:strVal val="#ppt_y"/>
                                          </p:val>
                                        </p:tav>
                                      </p:tavLst>
                                    </p:anim>
                                  </p:childTnLst>
                                </p:cTn>
                              </p:par>
                            </p:childTnLst>
                          </p:cTn>
                        </p:par>
                      </p:childTnLst>
                    </p:cTn>
                  </p:par>
                  <p:par>
                    <p:cTn fill="hold" id="17" nodeType="clickPar">
                      <p:stCondLst>
                        <p:cond delay="indefinite"/>
                      </p:stCondLst>
                      <p:childTnLst>
                        <p:par>
                          <p:cTn fill="hold" id="18" nodeType="withGroup">
                            <p:stCondLst>
                              <p:cond delay="0"/>
                            </p:stCondLst>
                            <p:childTnLst>
                              <p:par>
                                <p:cTn fill="hold" grpId="0" id="19" nodeType="clickEffect" presetClass="entr" presetID="42" presetSubtype="0">
                                  <p:stCondLst>
                                    <p:cond delay="0"/>
                                  </p:stCondLst>
                                  <p:childTnLst>
                                    <p:set>
                                      <p:cBhvr>
                                        <p:cTn dur="1" fill="hold" id="20">
                                          <p:stCondLst>
                                            <p:cond delay="0"/>
                                          </p:stCondLst>
                                        </p:cTn>
                                        <p:tgtEl>
                                          <p:spTgt spid="1048618">
                                            <p:txEl>
                                              <p:charRg st="716" end="718"/>
                                            </p:txEl>
                                          </p:spTgt>
                                        </p:tgtEl>
                                        <p:attrNameLst>
                                          <p:attrName>style.visibility</p:attrName>
                                        </p:attrNameLst>
                                      </p:cBhvr>
                                      <p:to>
                                        <p:strVal val="visible"/>
                                      </p:to>
                                    </p:set>
                                    <p:animEffect transition="in" filter="fade">
                                      <p:cBhvr>
                                        <p:cTn dur="1000" id="21"/>
                                        <p:tgtEl>
                                          <p:spTgt spid="1048618">
                                            <p:txEl>
                                              <p:charRg st="716" end="718"/>
                                            </p:txEl>
                                          </p:spTgt>
                                        </p:tgtEl>
                                      </p:cBhvr>
                                    </p:animEffect>
                                    <p:anim calcmode="lin" valueType="num">
                                      <p:cBhvr>
                                        <p:cTn dur="1000" fill="hold" id="22"/>
                                        <p:tgtEl>
                                          <p:spTgt spid="1048618">
                                            <p:txEl>
                                              <p:charRg st="716" end="718"/>
                                            </p:txEl>
                                          </p:spTgt>
                                        </p:tgtEl>
                                        <p:attrNameLst>
                                          <p:attrName>ppt_x</p:attrName>
                                        </p:attrNameLst>
                                      </p:cBhvr>
                                      <p:tavLst>
                                        <p:tav tm="0">
                                          <p:val>
                                            <p:strVal val="#ppt_x"/>
                                          </p:val>
                                        </p:tav>
                                        <p:tav tm="100000">
                                          <p:val>
                                            <p:strVal val="#ppt_x"/>
                                          </p:val>
                                        </p:tav>
                                      </p:tavLst>
                                    </p:anim>
                                    <p:anim calcmode="lin" valueType="num">
                                      <p:cBhvr>
                                        <p:cTn dur="1000" fill="hold" id="23"/>
                                        <p:tgtEl>
                                          <p:spTgt spid="1048618">
                                            <p:txEl>
                                              <p:charRg st="716" end="718"/>
                                            </p:txEl>
                                          </p:spTgt>
                                        </p:tgtEl>
                                        <p:attrNameLst>
                                          <p:attrName>ppt_y</p:attrName>
                                        </p:attrNameLst>
                                      </p:cBhvr>
                                      <p:tavLst>
                                        <p:tav tm="0">
                                          <p:val>
                                            <p:strVal val="#ppt_y+.1"/>
                                          </p:val>
                                        </p:tav>
                                        <p:tav tm="100000">
                                          <p:val>
                                            <p:strVal val="#ppt_y"/>
                                          </p:val>
                                        </p:tav>
                                      </p:tavLst>
                                    </p:anim>
                                  </p:childTnLst>
                                </p:cTn>
                              </p:par>
                            </p:childTnLst>
                          </p:cTn>
                        </p:par>
                      </p:childTnLst>
                    </p:cTn>
                  </p:par>
                  <p:par>
                    <p:cTn fill="hold" id="24" nodeType="clickPar">
                      <p:stCondLst>
                        <p:cond delay="indefinite"/>
                      </p:stCondLst>
                      <p:childTnLst>
                        <p:par>
                          <p:cTn fill="hold" id="25" nodeType="withGroup">
                            <p:stCondLst>
                              <p:cond delay="0"/>
                            </p:stCondLst>
                            <p:childTnLst>
                              <p:par>
                                <p:cTn fill="hold" grpId="0" id="26" nodeType="clickEffect" presetClass="entr" presetID="22" presetSubtype="4">
                                  <p:stCondLst>
                                    <p:cond delay="0"/>
                                  </p:stCondLst>
                                  <p:childTnLst>
                                    <p:set>
                                      <p:cBhvr>
                                        <p:cTn dur="1" fill="hold" id="27">
                                          <p:stCondLst>
                                            <p:cond delay="0"/>
                                          </p:stCondLst>
                                        </p:cTn>
                                        <p:tgtEl>
                                          <p:spTgt spid="1048619">
                                            <p:txEl>
                                              <p:charRg st="0" end="32"/>
                                            </p:txEl>
                                          </p:spTgt>
                                        </p:tgtEl>
                                        <p:attrNameLst>
                                          <p:attrName>style.visibility</p:attrName>
                                        </p:attrNameLst>
                                      </p:cBhvr>
                                      <p:to>
                                        <p:strVal val="visible"/>
                                      </p:to>
                                    </p:set>
                                    <p:animEffect transition="in" filter="wipe(down)">
                                      <p:cBhvr>
                                        <p:cTn dur="500" id="28"/>
                                        <p:tgtEl>
                                          <p:spTgt spid="1048619">
                                            <p:txEl>
                                              <p:charRg st="0" end="32"/>
                                            </p:txEl>
                                          </p:spTgt>
                                        </p:tgtEl>
                                      </p:cBhvr>
                                    </p:animEffect>
                                  </p:childTnLst>
                                </p:cTn>
                              </p:par>
                            </p:childTnLst>
                          </p:cTn>
                        </p:par>
                      </p:childTnLst>
                    </p:cTn>
                  </p:par>
                  <p:par>
                    <p:cTn fill="hold" id="29" nodeType="clickPar">
                      <p:stCondLst>
                        <p:cond delay="indefinite"/>
                      </p:stCondLst>
                      <p:childTnLst>
                        <p:par>
                          <p:cTn fill="hold" id="30" nodeType="withGroup">
                            <p:stCondLst>
                              <p:cond delay="0"/>
                            </p:stCondLst>
                            <p:childTnLst>
                              <p:par>
                                <p:cTn fill="hold" grpId="0" id="31" nodeType="clickEffect" presetClass="entr" presetID="22" presetSubtype="4">
                                  <p:stCondLst>
                                    <p:cond delay="0"/>
                                  </p:stCondLst>
                                  <p:childTnLst>
                                    <p:set>
                                      <p:cBhvr>
                                        <p:cTn dur="1" fill="hold" id="32">
                                          <p:stCondLst>
                                            <p:cond delay="0"/>
                                          </p:stCondLst>
                                        </p:cTn>
                                        <p:tgtEl>
                                          <p:spTgt spid="1048619">
                                            <p:txEl>
                                              <p:charRg st="32" end="593"/>
                                            </p:txEl>
                                          </p:spTgt>
                                        </p:tgtEl>
                                        <p:attrNameLst>
                                          <p:attrName>style.visibility</p:attrName>
                                        </p:attrNameLst>
                                      </p:cBhvr>
                                      <p:to>
                                        <p:strVal val="visible"/>
                                      </p:to>
                                    </p:set>
                                    <p:animEffect transition="in" filter="wipe(down)">
                                      <p:cBhvr>
                                        <p:cTn dur="500" id="33"/>
                                        <p:tgtEl>
                                          <p:spTgt spid="1048619">
                                            <p:txEl>
                                              <p:charRg st="32" end="5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8" grpId="0" uiExpand="0" build="p" bldLvl="1"/>
      <p:bldP spid="1048619" grpId="0" uiExpand="0" build="p" bldLvl="1"/>
    </p:bldLst>
  </p:timing>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56" name=""/>
        <p:cNvGrpSpPr/>
        <p:nvPr/>
      </p:nvGrpSpPr>
      <p:grpSpPr>
        <a:xfrm rot="0">
          <a:off x="0" y="0"/>
          <a:ext cx="0" cy="0"/>
          <a:chOff x="0" y="0"/>
          <a:chExt cx="0" cy="0"/>
        </a:xfrm>
      </p:grpSpPr>
      <p:sp>
        <p:nvSpPr>
          <p:cNvPr id="1048621" name=""/>
          <p:cNvSpPr/>
          <p:nvPr>
            <p:ph sz="quarter" idx="4294967295"/>
          </p:nvPr>
        </p:nvSpPr>
        <p:spPr>
          <a:xfrm rot="0">
            <a:off x="609600" y="995362"/>
            <a:ext cx="5384800" cy="558006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ct val="0"/>
              </a:spcBef>
            </a:pPr>
            <a:r>
              <a:rPr altLang="en-US" sz="2000" lang="en-US">
                <a:latin typeface="Times New Roman" pitchFamily="18" charset="0"/>
                <a:ea typeface="Times New Roman" pitchFamily="18" charset="0"/>
              </a:rPr>
              <a:t>e. H.323 </a:t>
            </a:r>
          </a:p>
          <a:p>
            <a:pPr eaLnBrk="1" hangingPunct="1" indent="0" latinLnBrk="1" lvl="0" marL="0">
              <a:spcBef>
                <a:spcPct val="0"/>
              </a:spcBef>
            </a:pPr>
            <a:r>
              <a:rPr altLang="en-US" sz="2000" lang="en-US">
                <a:latin typeface="Times New Roman" pitchFamily="18" charset="0"/>
                <a:ea typeface="Times New Roman" pitchFamily="18" charset="0"/>
              </a:rPr>
              <a:t>H.323 adalah salah satu dari rekomendasi ITU-t (International Telecommunications Union – Telecommunications). H.323 merupakan standar yang menentukan komponen, protokol, dan prosedur yang menyediakan layanan komunikasi multimedia. H.323 berjalan pada jaringan intranet dan jaringan packet-switched tanpa mengatur media jaringan yang di gunakan sebagai sarana transportasi maupun protokol networ layer. Karakteristik terminal H.323 dapat dilihat pada Gambar . </a:t>
            </a:r>
          </a:p>
          <a:p>
            <a:pPr eaLnBrk="1" hangingPunct="1" indent="0" latinLnBrk="1" lvl="0" marL="0"/>
            <a:br/>
            <a:endParaRPr altLang="en-US" sz="2000" lang="en-US"/>
          </a:p>
          <a:p>
            <a:pPr eaLnBrk="1" hangingPunct="1" indent="0" latinLnBrk="1" lvl="0" marL="0"/>
            <a:endParaRPr altLang="en-US" sz="2000" lang="en-US"/>
          </a:p>
        </p:txBody>
      </p:sp>
      <p:sp>
        <p:nvSpPr>
          <p:cNvPr id="1048622" name=""/>
          <p:cNvSpPr/>
          <p:nvPr>
            <p:ph sz="quarter" idx="4294967295"/>
          </p:nvPr>
        </p:nvSpPr>
        <p:spPr>
          <a:xfrm rot="0">
            <a:off x="6197600" y="1196975"/>
            <a:ext cx="5384800" cy="49291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40000"/>
              </a:lnSpc>
              <a:spcBef>
                <a:spcPct val="0"/>
              </a:spcBef>
            </a:pPr>
            <a:r>
              <a:rPr altLang="en-US" sz="2400" lang="en-US">
                <a:latin typeface="Times New Roman" pitchFamily="18" charset="0"/>
                <a:ea typeface="Times New Roman" pitchFamily="18" charset="0"/>
              </a:rPr>
              <a:t>f. SIP (Session Initiation Protocol)</a:t>
            </a:r>
          </a:p>
          <a:p>
            <a:pPr eaLnBrk="1" hangingPunct="1" indent="0" latinLnBrk="1" lvl="0" marL="0">
              <a:lnSpc>
                <a:spcPct val="140000"/>
              </a:lnSpc>
              <a:spcBef>
                <a:spcPct val="0"/>
              </a:spcBef>
            </a:pPr>
            <a:r>
              <a:rPr altLang="en-US" sz="2400" lang="en-US">
                <a:latin typeface="Times New Roman" pitchFamily="18" charset="0"/>
                <a:ea typeface="Times New Roman" pitchFamily="18" charset="0"/>
              </a:rPr>
              <a:t>SIP adalah suatu signalling protocol pada layer aplikasi yang berfungsi untuk membangun, memodifikasi, dan mengakhiri suatu sesi multimedia yang melibatkan satu atau beberapa pengguna. Sesi multimedia adalah pertukaran data antar pengguna yangbisa meliputi suara, video, dan text. </a:t>
            </a:r>
          </a:p>
          <a:p>
            <a:pPr eaLnBrk="1" hangingPunct="1" indent="0" latinLnBrk="1" lvl="0" marL="0">
              <a:lnSpc>
                <a:spcPct val="140000"/>
              </a:lnSpc>
              <a:spcBef>
                <a:spcPct val="0"/>
              </a:spcBef>
              <a:buFont typeface="Wingdings 2" pitchFamily="18" charset="2"/>
              <a:buChar char=""/>
            </a:pPr>
            <a:endParaRPr altLang="en-US" sz="2400" lang="en-US">
              <a:latin typeface="Times New Roman" pitchFamily="18" charset="0"/>
              <a:ea typeface="Times New Roman" pitchFamily="18" charset="0"/>
            </a:endParaRPr>
          </a:p>
        </p:txBody>
      </p:sp>
      <p:sp>
        <p:nvSpPr>
          <p:cNvPr id="1048623" name=""/>
          <p:cNvSpPr/>
          <p:nvPr>
            <p:ph type="title" sz="full" idx="4294967295"/>
          </p:nvPr>
        </p:nvSpPr>
        <p:spPr>
          <a:xfrm rot="0">
            <a:off x="609600" y="274637"/>
            <a:ext cx="10972800" cy="450850"/>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endParaRPr altLang="en-US" lang="en-US">
              <a:solidFill>
                <a:srgbClr val="959599"/>
              </a:solidFill>
            </a:endParaRPr>
          </a:p>
        </p:txBody>
      </p:sp>
      <p:pic>
        <p:nvPicPr>
          <p:cNvPr id="2097155" name=""/>
          <p:cNvPicPr>
            <a:picLocks/>
          </p:cNvPicPr>
          <p:nvPr/>
        </p:nvPicPr>
        <p:blipFill>
          <a:blip xmlns:r="http://schemas.openxmlformats.org/officeDocument/2006/relationships" r:embed="rId1"/>
          <a:srcRect l="0" t="0" r="0" b="0"/>
          <a:stretch>
            <a:fillRect/>
          </a:stretch>
        </p:blipFill>
        <p:spPr>
          <a:xfrm rot="0">
            <a:off x="1384300" y="4867275"/>
            <a:ext cx="4370387" cy="1439862"/>
          </a:xfrm>
          <a:prstGeom prst="rect"/>
          <a:noFill/>
          <a:ln>
            <a:noFill/>
          </a:ln>
        </p:spPr>
      </p:pic>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21">
                                            <p:txEl>
                                              <p:charRg st="0" end="10"/>
                                            </p:txEl>
                                          </p:spTgt>
                                        </p:tgtEl>
                                        <p:attrNameLst>
                                          <p:attrName>style.visibility</p:attrName>
                                        </p:attrNameLst>
                                      </p:cBhvr>
                                      <p:to>
                                        <p:strVal val="visible"/>
                                      </p:to>
                                    </p:set>
                                    <p:animEffect transition="in" filter="wipe(down)">
                                      <p:cBhvr>
                                        <p:cTn dur="500" id="7"/>
                                        <p:tgtEl>
                                          <p:spTgt spid="1048621">
                                            <p:txEl>
                                              <p:charRg st="0" end="1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4">
                                  <p:stCondLst>
                                    <p:cond delay="0"/>
                                  </p:stCondLst>
                                  <p:childTnLst>
                                    <p:set>
                                      <p:cBhvr>
                                        <p:cTn dur="1" fill="hold" id="11">
                                          <p:stCondLst>
                                            <p:cond delay="0"/>
                                          </p:stCondLst>
                                        </p:cTn>
                                        <p:tgtEl>
                                          <p:spTgt spid="1048621">
                                            <p:txEl>
                                              <p:charRg st="10" end="470"/>
                                            </p:txEl>
                                          </p:spTgt>
                                        </p:tgtEl>
                                        <p:attrNameLst>
                                          <p:attrName>style.visibility</p:attrName>
                                        </p:attrNameLst>
                                      </p:cBhvr>
                                      <p:to>
                                        <p:strVal val="visible"/>
                                      </p:to>
                                    </p:set>
                                    <p:animEffect transition="in" filter="wipe(down)">
                                      <p:cBhvr>
                                        <p:cTn dur="500" id="12"/>
                                        <p:tgtEl>
                                          <p:spTgt spid="1048621">
                                            <p:txEl>
                                              <p:charRg st="10" end="470"/>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22" presetSubtype="4">
                                  <p:stCondLst>
                                    <p:cond delay="0"/>
                                  </p:stCondLst>
                                  <p:childTnLst>
                                    <p:set>
                                      <p:cBhvr>
                                        <p:cTn dur="1" fill="hold" id="16">
                                          <p:stCondLst>
                                            <p:cond delay="0"/>
                                          </p:stCondLst>
                                        </p:cTn>
                                        <p:tgtEl>
                                          <p:spTgt spid="1048621">
                                            <p:txEl>
                                              <p:charRg st="470" end="472"/>
                                            </p:txEl>
                                          </p:spTgt>
                                        </p:tgtEl>
                                        <p:attrNameLst>
                                          <p:attrName>style.visibility</p:attrName>
                                        </p:attrNameLst>
                                      </p:cBhvr>
                                      <p:to>
                                        <p:strVal val="visible"/>
                                      </p:to>
                                    </p:set>
                                    <p:animEffect transition="in" filter="wipe(down)">
                                      <p:cBhvr>
                                        <p:cTn dur="500" id="17"/>
                                        <p:tgtEl>
                                          <p:spTgt spid="1048621">
                                            <p:txEl>
                                              <p:charRg st="470" end="472"/>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6" presetSubtype="16">
                                  <p:stCondLst>
                                    <p:cond delay="0"/>
                                  </p:stCondLst>
                                  <p:childTnLst>
                                    <p:set>
                                      <p:cBhvr>
                                        <p:cTn dur="1" fill="hold" id="21">
                                          <p:stCondLst>
                                            <p:cond delay="0"/>
                                          </p:stCondLst>
                                        </p:cTn>
                                        <p:tgtEl>
                                          <p:spTgt spid="1048622">
                                            <p:txEl>
                                              <p:charRg st="0" end="37"/>
                                            </p:txEl>
                                          </p:spTgt>
                                        </p:tgtEl>
                                        <p:attrNameLst>
                                          <p:attrName>style.visibility</p:attrName>
                                        </p:attrNameLst>
                                      </p:cBhvr>
                                      <p:to>
                                        <p:strVal val="visible"/>
                                      </p:to>
                                    </p:set>
                                    <p:animEffect transition="in" filter="circle(in)">
                                      <p:cBhvr>
                                        <p:cTn dur="2000" id="22"/>
                                        <p:tgtEl>
                                          <p:spTgt spid="1048622">
                                            <p:txEl>
                                              <p:charRg st="0" end="37"/>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6" presetSubtype="16">
                                  <p:stCondLst>
                                    <p:cond delay="0"/>
                                  </p:stCondLst>
                                  <p:childTnLst>
                                    <p:set>
                                      <p:cBhvr>
                                        <p:cTn dur="1" fill="hold" id="26">
                                          <p:stCondLst>
                                            <p:cond delay="0"/>
                                          </p:stCondLst>
                                        </p:cTn>
                                        <p:tgtEl>
                                          <p:spTgt spid="1048622">
                                            <p:txEl>
                                              <p:charRg st="37" end="319"/>
                                            </p:txEl>
                                          </p:spTgt>
                                        </p:tgtEl>
                                        <p:attrNameLst>
                                          <p:attrName>style.visibility</p:attrName>
                                        </p:attrNameLst>
                                      </p:cBhvr>
                                      <p:to>
                                        <p:strVal val="visible"/>
                                      </p:to>
                                    </p:set>
                                    <p:animEffect transition="in" filter="circle(in)">
                                      <p:cBhvr>
                                        <p:cTn dur="2000" id="27"/>
                                        <p:tgtEl>
                                          <p:spTgt spid="1048622">
                                            <p:txEl>
                                              <p:charRg st="37" end="3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1" grpId="0" uiExpand="0" build="p" bldLvl="1"/>
      <p:bldP spid="1048622" grpId="0" uiExpand="0" build="p" bldLvl="1"/>
    </p:bldLst>
  </p:timing>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57" name=""/>
        <p:cNvGrpSpPr/>
        <p:nvPr/>
      </p:nvGrpSpPr>
      <p:grpSpPr>
        <a:xfrm rot="0">
          <a:off x="0" y="0"/>
          <a:ext cx="0" cy="0"/>
          <a:chOff x="0" y="0"/>
          <a:chExt cx="0" cy="0"/>
        </a:xfrm>
      </p:grpSpPr>
      <p:sp>
        <p:nvSpPr>
          <p:cNvPr id="1048624" name=""/>
          <p:cNvSpPr/>
          <p:nvPr>
            <p:ph sz="quarter" idx="4294967295"/>
          </p:nvPr>
        </p:nvSpPr>
        <p:spPr>
          <a:xfrm rot="0">
            <a:off x="609600" y="1236662"/>
            <a:ext cx="5384800" cy="529907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ts val="1200"/>
              </a:spcBef>
            </a:pPr>
            <a:r>
              <a:rPr altLang="en-US" sz="2000" lang="en-US">
                <a:latin typeface="Times New Roman" pitchFamily="18" charset="0"/>
                <a:ea typeface="Times New Roman" pitchFamily="18" charset="0"/>
              </a:rPr>
              <a:t>1.    </a:t>
            </a:r>
            <a:r>
              <a:rPr altLang="en-US" sz="2000" lang="en-US">
                <a:latin typeface="Times New Roman" pitchFamily="18" charset="0"/>
                <a:ea typeface="Times New Roman" pitchFamily="18" charset="0"/>
              </a:rPr>
              <a:t>Skype</a:t>
            </a:r>
          </a:p>
          <a:p>
            <a:pPr eaLnBrk="1" hangingPunct="1" indent="0" latinLnBrk="1" lvl="0" marL="0">
              <a:spcBef>
                <a:spcPts val="1200"/>
              </a:spcBef>
            </a:pPr>
            <a:r>
              <a:rPr altLang="en-US" sz="2000" lang="en-US">
                <a:latin typeface="Times New Roman" pitchFamily="18" charset="0"/>
                <a:ea typeface="Times New Roman" pitchFamily="18" charset="0"/>
              </a:rPr>
              <a:t>Skype</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adalah </a:t>
            </a:r>
            <a:r>
              <a:rPr altLang="en-US" sz="2000" lang="en-US">
                <a:latin typeface="Times New Roman" pitchFamily="18" charset="0"/>
                <a:ea typeface="Times New Roman" pitchFamily="18" charset="0"/>
              </a:rPr>
              <a:t>software aplikasi komunikasi suara berbasis IP melalui internet antara sesama pengguna Skype. Pada saat menggunakan Skype maka pengguna yang sedang online akan mencari pengguna Skype lainnya Lalu mulai membangun jaringan untuk menemukan pengguna-pengguna lainnya. Skype memiliki berbagai macam feature yang dapat memudahkan penggunanya. Untuk masuk ke sistem Skype, pengguna harus menyertakan pasangan username dan passwordnya. Jika pengguna lupa password tersebut maka Skype akan mengubahnya dan mengirimkan password yang baru ke alamate-mail pengguna yang sudah teregistrasi.</a:t>
            </a:r>
          </a:p>
          <a:p>
            <a:pPr eaLnBrk="1" hangingPunct="1" indent="0" latinLnBrk="1" lvl="0" marL="0">
              <a:buFont typeface="Wingdings 2" pitchFamily="18" charset="2"/>
              <a:buChar char=""/>
            </a:pPr>
            <a:endParaRPr altLang="en-US" sz="2000" lang="en-US"/>
          </a:p>
        </p:txBody>
      </p:sp>
      <p:sp>
        <p:nvSpPr>
          <p:cNvPr id="1048625" name=""/>
          <p:cNvSpPr/>
          <p:nvPr>
            <p:ph sz="quarter" idx="4294967295"/>
          </p:nvPr>
        </p:nvSpPr>
        <p:spPr>
          <a:xfrm rot="0">
            <a:off x="6197600" y="1331912"/>
            <a:ext cx="5384800" cy="4794250"/>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ts val="1200"/>
              </a:spcBef>
            </a:pPr>
            <a:r>
              <a:rPr altLang="en-US" sz="2000" lang="en-US">
                <a:latin typeface="Times New Roman" pitchFamily="18" charset="0"/>
                <a:ea typeface="Times New Roman" pitchFamily="18" charset="0"/>
              </a:rPr>
              <a:t>2.    Netmeeting </a:t>
            </a:r>
          </a:p>
          <a:p>
            <a:pPr eaLnBrk="1" hangingPunct="1" indent="0" latinLnBrk="1" lvl="0" marL="0">
              <a:spcBef>
                <a:spcPts val="1800"/>
              </a:spcBef>
            </a:pPr>
            <a:r>
              <a:rPr altLang="en-US" sz="2000" lang="en-US">
                <a:latin typeface="Times New Roman" pitchFamily="18" charset="0"/>
                <a:ea typeface="Times New Roman" pitchFamily="18" charset="0"/>
              </a:rPr>
              <a:t>Aplikasi ini dikembangkan oleh Microsoft yang merupakan salah satu aplikasi yang mendukung VoIP dan juga Video Conference. Aplikasi ini menggunakan protocol H.323 untuk Video dan Audio Conference. Sama dengan aplikasi lainnya tetap memerlukan registrasi untuk mendapatkan user id dan password, agar bisa berkomunikasi dengan para pengguna netmeeting lainnya. Aplikasi ini sudah include didalam system windows 95 sampai windows XP.</a:t>
            </a:r>
          </a:p>
          <a:p>
            <a:pPr eaLnBrk="1" hangingPunct="1" indent="0" latinLnBrk="1" lvl="0" marL="0"/>
            <a:endParaRPr altLang="en-US" sz="2000" lang="en-US"/>
          </a:p>
        </p:txBody>
      </p:sp>
      <p:sp>
        <p:nvSpPr>
          <p:cNvPr id="1048626" name=""/>
          <p:cNvSpPr/>
          <p:nvPr>
            <p:ph type="title" sz="full" idx="4294967295"/>
          </p:nvPr>
        </p:nvSpPr>
        <p:spPr>
          <a:xfrm rot="0">
            <a:off x="609600" y="274637"/>
            <a:ext cx="10972800" cy="801687"/>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r>
              <a:rPr altLang="en-US" sz="4000" lang="id-ID">
                <a:solidFill>
                  <a:srgbClr val="959599"/>
                </a:solidFill>
                <a:latin typeface="Bernard MT Condensed" pitchFamily="18" charset="0"/>
              </a:rPr>
              <a:t>BEBERAPA CONTOH SOFTWARE VOIP</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24">
                                            <p:txEl>
                                              <p:charRg st="0" end="12"/>
                                            </p:txEl>
                                          </p:spTgt>
                                        </p:tgtEl>
                                        <p:attrNameLst>
                                          <p:attrName>style.visibility</p:attrName>
                                        </p:attrNameLst>
                                      </p:cBhvr>
                                      <p:to>
                                        <p:strVal val="visible"/>
                                      </p:to>
                                    </p:set>
                                    <p:animEffect transition="in" filter="wipe(down)">
                                      <p:cBhvr>
                                        <p:cTn dur="500" id="7"/>
                                        <p:tgtEl>
                                          <p:spTgt spid="1048624">
                                            <p:txEl>
                                              <p:charRg st="0" end="12"/>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4">
                                  <p:stCondLst>
                                    <p:cond delay="0"/>
                                  </p:stCondLst>
                                  <p:childTnLst>
                                    <p:set>
                                      <p:cBhvr>
                                        <p:cTn dur="1" fill="hold" id="11">
                                          <p:stCondLst>
                                            <p:cond delay="0"/>
                                          </p:stCondLst>
                                        </p:cTn>
                                        <p:tgtEl>
                                          <p:spTgt spid="1048624">
                                            <p:txEl>
                                              <p:charRg st="12" end="603"/>
                                            </p:txEl>
                                          </p:spTgt>
                                        </p:tgtEl>
                                        <p:attrNameLst>
                                          <p:attrName>style.visibility</p:attrName>
                                        </p:attrNameLst>
                                      </p:cBhvr>
                                      <p:to>
                                        <p:strVal val="visible"/>
                                      </p:to>
                                    </p:set>
                                    <p:animEffect transition="in" filter="wipe(down)">
                                      <p:cBhvr>
                                        <p:cTn dur="500" id="12"/>
                                        <p:tgtEl>
                                          <p:spTgt spid="1048624">
                                            <p:txEl>
                                              <p:charRg st="12" end="603"/>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16" presetSubtype="21">
                                  <p:stCondLst>
                                    <p:cond delay="0"/>
                                  </p:stCondLst>
                                  <p:childTnLst>
                                    <p:set>
                                      <p:cBhvr>
                                        <p:cTn dur="1" fill="hold" id="16">
                                          <p:stCondLst>
                                            <p:cond delay="0"/>
                                          </p:stCondLst>
                                        </p:cTn>
                                        <p:tgtEl>
                                          <p:spTgt spid="1048625">
                                            <p:txEl>
                                              <p:charRg st="0" end="18"/>
                                            </p:txEl>
                                          </p:spTgt>
                                        </p:tgtEl>
                                        <p:attrNameLst>
                                          <p:attrName>style.visibility</p:attrName>
                                        </p:attrNameLst>
                                      </p:cBhvr>
                                      <p:to>
                                        <p:strVal val="visible"/>
                                      </p:to>
                                    </p:set>
                                    <p:animEffect transition="in" filter="barn(inVertical)">
                                      <p:cBhvr>
                                        <p:cTn dur="500" id="17"/>
                                        <p:tgtEl>
                                          <p:spTgt spid="1048625">
                                            <p:txEl>
                                              <p:charRg st="0" end="18"/>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16" presetSubtype="21">
                                  <p:stCondLst>
                                    <p:cond delay="0"/>
                                  </p:stCondLst>
                                  <p:childTnLst>
                                    <p:set>
                                      <p:cBhvr>
                                        <p:cTn dur="1" fill="hold" id="21">
                                          <p:stCondLst>
                                            <p:cond delay="0"/>
                                          </p:stCondLst>
                                        </p:cTn>
                                        <p:tgtEl>
                                          <p:spTgt spid="1048625">
                                            <p:txEl>
                                              <p:charRg st="18" end="449"/>
                                            </p:txEl>
                                          </p:spTgt>
                                        </p:tgtEl>
                                        <p:attrNameLst>
                                          <p:attrName>style.visibility</p:attrName>
                                        </p:attrNameLst>
                                      </p:cBhvr>
                                      <p:to>
                                        <p:strVal val="visible"/>
                                      </p:to>
                                    </p:set>
                                    <p:animEffect transition="in" filter="barn(inVertical)">
                                      <p:cBhvr>
                                        <p:cTn dur="500" id="22"/>
                                        <p:tgtEl>
                                          <p:spTgt spid="1048625">
                                            <p:txEl>
                                              <p:charRg st="18" end="4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4" grpId="0" uiExpand="0" build="p" bldLvl="1"/>
      <p:bldP spid="1048625" grpId="0" uiExpand="0" build="p" bldLvl="1"/>
    </p:bldLst>
  </p:timing>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58" name=""/>
        <p:cNvGrpSpPr/>
        <p:nvPr/>
      </p:nvGrpSpPr>
      <p:grpSpPr>
        <a:xfrm rot="0">
          <a:off x="0" y="0"/>
          <a:ext cx="0" cy="0"/>
          <a:chOff x="0" y="0"/>
          <a:chExt cx="0" cy="0"/>
        </a:xfrm>
      </p:grpSpPr>
      <p:sp>
        <p:nvSpPr>
          <p:cNvPr id="1048627" name=""/>
          <p:cNvSpPr/>
          <p:nvPr>
            <p:ph sz="quarter" idx="4294967295"/>
          </p:nvPr>
        </p:nvSpPr>
        <p:spPr>
          <a:xfrm rot="0">
            <a:off x="609600" y="1250950"/>
            <a:ext cx="5384800" cy="498792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ts val="1200"/>
              </a:spcBef>
            </a:pPr>
            <a:r>
              <a:rPr altLang="en-US" sz="2000" lang="en-US">
                <a:latin typeface="Times New Roman" pitchFamily="18" charset="0"/>
                <a:ea typeface="Times New Roman" pitchFamily="18" charset="0"/>
              </a:rPr>
              <a:t>3.    X-lite</a:t>
            </a:r>
          </a:p>
          <a:p>
            <a:pPr eaLnBrk="1" hangingPunct="1" indent="0" latinLnBrk="1" lvl="0" marL="0">
              <a:spcBef>
                <a:spcPts val="1200"/>
              </a:spcBef>
            </a:pPr>
            <a:r>
              <a:rPr altLang="en-US" sz="2000" lang="en-US">
                <a:latin typeface="Times New Roman" pitchFamily="18" charset="0"/>
                <a:ea typeface="Times New Roman" pitchFamily="18" charset="0"/>
              </a:rPr>
              <a:t>X-Lite adalah sebuah aplikasi open source pendukung VoIP yang menggunakan teknologi SIP (</a:t>
            </a:r>
            <a:r>
              <a:rPr altLang="en-US" sz="2000" i="1" lang="en-US">
                <a:latin typeface="Times New Roman" pitchFamily="18" charset="0"/>
                <a:ea typeface="Times New Roman" pitchFamily="18" charset="0"/>
              </a:rPr>
              <a:t>Session Initiation Protocol</a:t>
            </a:r>
            <a:r>
              <a:rPr altLang="en-US" sz="2000" lang="en-US">
                <a:latin typeface="Times New Roman" pitchFamily="18" charset="0"/>
                <a:ea typeface="Times New Roman" pitchFamily="18" charset="0"/>
              </a:rPr>
              <a:t>). X-Lite di kembangkan pertama sekali oleh CounterPath  ada 2 release yang telah dikeluarkan untuk aplikasi ini yang mempunyai perbedaan feature. X-Lite 2.0 digunakan untuk Macintosh dan Linux yang menggunakan X-Pro code base dan X-Lite 3.0 untuk windows yang menggunakan eveBeam code base. X-lite 2.0 hanya untuk suara saja sedangkan X-Lite 3.0 sudah memiliki feature suara, video dan instant messaging atau media untuk chatting.</a:t>
            </a:r>
          </a:p>
          <a:p>
            <a:pPr eaLnBrk="1" hangingPunct="1" indent="0" latinLnBrk="1" lvl="0" marL="0">
              <a:spcBef>
                <a:spcPts val="1200"/>
              </a:spcBef>
            </a:pPr>
            <a:endParaRPr altLang="en-US" sz="2000" lang="en-US">
              <a:latin typeface="Times New Roman" pitchFamily="18" charset="0"/>
              <a:ea typeface="Times New Roman" pitchFamily="18" charset="0"/>
            </a:endParaRPr>
          </a:p>
        </p:txBody>
      </p:sp>
      <p:sp>
        <p:nvSpPr>
          <p:cNvPr id="1048628" name=""/>
          <p:cNvSpPr/>
          <p:nvPr>
            <p:ph sz="quarter" idx="4294967295"/>
          </p:nvPr>
        </p:nvSpPr>
        <p:spPr>
          <a:xfrm rot="0">
            <a:off x="6197600" y="1250950"/>
            <a:ext cx="5384800" cy="498792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40000"/>
              </a:lnSpc>
              <a:spcBef>
                <a:spcPct val="0"/>
              </a:spcBef>
            </a:pPr>
            <a:r>
              <a:rPr altLang="en-US" sz="2400" lang="en-US">
                <a:latin typeface="Times New Roman" pitchFamily="18" charset="0"/>
                <a:ea typeface="Times New Roman" pitchFamily="18" charset="0"/>
              </a:rPr>
              <a:t>4.   </a:t>
            </a:r>
            <a:r>
              <a:rPr altLang="en-US" sz="2400" lang="en-US">
                <a:latin typeface="Times New Roman" pitchFamily="18" charset="0"/>
                <a:ea typeface="Times New Roman" pitchFamily="18" charset="0"/>
              </a:rPr>
              <a:t>Yahoo </a:t>
            </a:r>
            <a:r>
              <a:rPr altLang="en-US" sz="2400" lang="en-US">
                <a:latin typeface="Times New Roman" pitchFamily="18" charset="0"/>
                <a:ea typeface="Times New Roman" pitchFamily="18" charset="0"/>
              </a:rPr>
              <a:t>Messenger</a:t>
            </a:r>
          </a:p>
          <a:p>
            <a:pPr eaLnBrk="1" hangingPunct="1" indent="0" latinLnBrk="1" lvl="0" marL="0">
              <a:lnSpc>
                <a:spcPct val="140000"/>
              </a:lnSpc>
              <a:spcBef>
                <a:spcPct val="0"/>
              </a:spcBef>
            </a:pPr>
            <a:r>
              <a:rPr altLang="en-US" sz="2400" lang="en-US">
                <a:latin typeface="Times New Roman" pitchFamily="18" charset="0"/>
                <a:ea typeface="Times New Roman" pitchFamily="18" charset="0"/>
              </a:rPr>
              <a:t>Aplikasi ini sama secara garis besar memliki konsep atau cara kerja yang mirip dengan Skype , namun yahoo messenger kurang digemari yang dikarenakan menurut beberapa sumber yang penulis temukan kurangnya kualitas suara yang dihasilkan dibandingkan dengan Skype.</a:t>
            </a:r>
          </a:p>
          <a:p>
            <a:pPr eaLnBrk="1" hangingPunct="1" indent="0" latinLnBrk="1" lvl="0" marL="0">
              <a:lnSpc>
                <a:spcPct val="90000"/>
              </a:lnSpc>
              <a:buFont typeface="Wingdings 2" pitchFamily="18" charset="2"/>
              <a:buChar char=""/>
            </a:pPr>
            <a:endParaRPr altLang="en-US" sz="2400" lang="en-US"/>
          </a:p>
        </p:txBody>
      </p:sp>
      <p:sp>
        <p:nvSpPr>
          <p:cNvPr id="1048629" name=""/>
          <p:cNvSpPr/>
          <p:nvPr>
            <p:ph type="title" sz="full" idx="4294967295"/>
          </p:nvPr>
        </p:nvSpPr>
        <p:spPr>
          <a:xfrm rot="0">
            <a:off x="609600" y="274637"/>
            <a:ext cx="10972800" cy="438150"/>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endParaRPr altLang="en-US" lang="en-US">
              <a:solidFill>
                <a:srgbClr val="959599"/>
              </a:solidFill>
            </a:endParaRP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27">
                                            <p:txEl>
                                              <p:charRg st="0" end="13"/>
                                            </p:txEl>
                                          </p:spTgt>
                                        </p:tgtEl>
                                        <p:attrNameLst>
                                          <p:attrName>style.visibility</p:attrName>
                                        </p:attrNameLst>
                                      </p:cBhvr>
                                      <p:to>
                                        <p:strVal val="visible"/>
                                      </p:to>
                                    </p:set>
                                    <p:animEffect transition="in" filter="fade">
                                      <p:cBhvr>
                                        <p:cTn dur="1000" id="7"/>
                                        <p:tgtEl>
                                          <p:spTgt spid="1048627">
                                            <p:txEl>
                                              <p:charRg st="0" end="13"/>
                                            </p:txEl>
                                          </p:spTgt>
                                        </p:tgtEl>
                                      </p:cBhvr>
                                    </p:animEffect>
                                    <p:anim calcmode="lin" valueType="num">
                                      <p:cBhvr>
                                        <p:cTn dur="1000" fill="hold" id="8"/>
                                        <p:tgtEl>
                                          <p:spTgt spid="1048627">
                                            <p:txEl>
                                              <p:charRg st="0" end="13"/>
                                            </p:txEl>
                                          </p:spTgt>
                                        </p:tgtEl>
                                        <p:attrNameLst>
                                          <p:attrName>ppt_x</p:attrName>
                                        </p:attrNameLst>
                                      </p:cBhvr>
                                      <p:tavLst>
                                        <p:tav tm="0">
                                          <p:val>
                                            <p:strVal val="#ppt_x"/>
                                          </p:val>
                                        </p:tav>
                                        <p:tav tm="100000">
                                          <p:val>
                                            <p:strVal val="#ppt_x"/>
                                          </p:val>
                                        </p:tav>
                                      </p:tavLst>
                                    </p:anim>
                                    <p:anim calcmode="lin" valueType="num">
                                      <p:cBhvr>
                                        <p:cTn dur="1000" fill="hold" id="9"/>
                                        <p:tgtEl>
                                          <p:spTgt spid="1048627">
                                            <p:txEl>
                                              <p:charRg st="0" end="13"/>
                                            </p:txEl>
                                          </p:spTgt>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1048627">
                                            <p:txEl>
                                              <p:charRg st="13" end="561"/>
                                            </p:txEl>
                                          </p:spTgt>
                                        </p:tgtEl>
                                        <p:attrNameLst>
                                          <p:attrName>style.visibility</p:attrName>
                                        </p:attrNameLst>
                                      </p:cBhvr>
                                      <p:to>
                                        <p:strVal val="visible"/>
                                      </p:to>
                                    </p:set>
                                    <p:animEffect transition="in" filter="fade">
                                      <p:cBhvr>
                                        <p:cTn dur="1000" id="14"/>
                                        <p:tgtEl>
                                          <p:spTgt spid="1048627">
                                            <p:txEl>
                                              <p:charRg st="13" end="561"/>
                                            </p:txEl>
                                          </p:spTgt>
                                        </p:tgtEl>
                                      </p:cBhvr>
                                    </p:animEffect>
                                    <p:anim calcmode="lin" valueType="num">
                                      <p:cBhvr>
                                        <p:cTn dur="1000" fill="hold" id="15"/>
                                        <p:tgtEl>
                                          <p:spTgt spid="1048627">
                                            <p:txEl>
                                              <p:charRg st="13" end="561"/>
                                            </p:txEl>
                                          </p:spTgt>
                                        </p:tgtEl>
                                        <p:attrNameLst>
                                          <p:attrName>ppt_x</p:attrName>
                                        </p:attrNameLst>
                                      </p:cBhvr>
                                      <p:tavLst>
                                        <p:tav tm="0">
                                          <p:val>
                                            <p:strVal val="#ppt_x"/>
                                          </p:val>
                                        </p:tav>
                                        <p:tav tm="100000">
                                          <p:val>
                                            <p:strVal val="#ppt_x"/>
                                          </p:val>
                                        </p:tav>
                                      </p:tavLst>
                                    </p:anim>
                                    <p:anim calcmode="lin" valueType="num">
                                      <p:cBhvr>
                                        <p:cTn dur="1000" fill="hold" id="16"/>
                                        <p:tgtEl>
                                          <p:spTgt spid="1048627">
                                            <p:txEl>
                                              <p:charRg st="13" end="561"/>
                                            </p:txEl>
                                          </p:spTgt>
                                        </p:tgtEl>
                                        <p:attrNameLst>
                                          <p:attrName>ppt_y</p:attrName>
                                        </p:attrNameLst>
                                      </p:cBhvr>
                                      <p:tavLst>
                                        <p:tav tm="0">
                                          <p:val>
                                            <p:strVal val="#ppt_y+.1"/>
                                          </p:val>
                                        </p:tav>
                                        <p:tav tm="100000">
                                          <p:val>
                                            <p:strVal val="#ppt_y"/>
                                          </p:val>
                                        </p:tav>
                                      </p:tavLst>
                                    </p:anim>
                                  </p:childTnLst>
                                </p:cTn>
                              </p:par>
                            </p:childTnLst>
                          </p:cTn>
                        </p:par>
                      </p:childTnLst>
                    </p:cTn>
                  </p:par>
                  <p:par>
                    <p:cTn fill="hold" id="17" nodeType="clickPar">
                      <p:stCondLst>
                        <p:cond delay="indefinite"/>
                      </p:stCondLst>
                      <p:childTnLst>
                        <p:par>
                          <p:cTn fill="hold" id="18" nodeType="withGroup">
                            <p:stCondLst>
                              <p:cond delay="0"/>
                            </p:stCondLst>
                            <p:childTnLst>
                              <p:par>
                                <p:cTn fill="hold" grpId="0" id="19" nodeType="clickEffect" presetClass="entr" presetID="26" presetSubtype="0">
                                  <p:stCondLst>
                                    <p:cond delay="0"/>
                                  </p:stCondLst>
                                  <p:childTnLst>
                                    <p:set>
                                      <p:cBhvr>
                                        <p:cTn dur="1" fill="hold" id="20">
                                          <p:stCondLst>
                                            <p:cond delay="0"/>
                                          </p:stCondLst>
                                        </p:cTn>
                                        <p:tgtEl>
                                          <p:spTgt spid="1048628">
                                            <p:txEl>
                                              <p:charRg st="0" end="21"/>
                                            </p:txEl>
                                          </p:spTgt>
                                        </p:tgtEl>
                                        <p:attrNameLst>
                                          <p:attrName>style.visibility</p:attrName>
                                        </p:attrNameLst>
                                      </p:cBhvr>
                                      <p:to>
                                        <p:strVal val="visible"/>
                                      </p:to>
                                    </p:set>
                                    <p:animEffect transition="in" filter="wipe(down)">
                                      <p:cBhvr>
                                        <p:cTn dur="580" id="21">
                                          <p:stCondLst>
                                            <p:cond delay="0"/>
                                          </p:stCondLst>
                                        </p:cTn>
                                        <p:tgtEl>
                                          <p:spTgt spid="1048628">
                                            <p:txEl>
                                              <p:charRg st="0" end="21"/>
                                            </p:txEl>
                                          </p:spTgt>
                                        </p:tgtEl>
                                      </p:cBhvr>
                                    </p:animEffect>
                                    <p:anim calcmode="lin" valueType="num">
                                      <p:cBhvr>
                                        <p:cTn dur="1822" id="22" tmFilter="0,0; 0.14,0.36; 0.43,0.73; 0.71,0.91; 1.0,1.0">
                                          <p:stCondLst>
                                            <p:cond delay="0"/>
                                          </p:stCondLst>
                                        </p:cTn>
                                        <p:tgtEl>
                                          <p:spTgt spid="1048628">
                                            <p:txEl>
                                              <p:charRg st="0" end="21"/>
                                            </p:txEl>
                                          </p:spTgt>
                                        </p:tgtEl>
                                        <p:attrNameLst>
                                          <p:attrName>ppt_x</p:attrName>
                                        </p:attrNameLst>
                                      </p:cBhvr>
                                      <p:tavLst>
                                        <p:tav tm="0">
                                          <p:val>
                                            <p:strVal val="#ppt_x-0.25"/>
                                          </p:val>
                                        </p:tav>
                                        <p:tav tm="100000">
                                          <p:val>
                                            <p:strVal val="#ppt_x"/>
                                          </p:val>
                                        </p:tav>
                                      </p:tavLst>
                                    </p:anim>
                                    <p:anim calcmode="lin" valueType="num">
                                      <p:cBhvr>
                                        <p:cTn dur="664" id="23" tmFilter="0.0,0.0; 0.25,0.07; 0.50,0.2; 0.75,0.467; 1.0,1.0">
                                          <p:stCondLst>
                                            <p:cond delay="0"/>
                                          </p:stCondLst>
                                        </p:cTn>
                                        <p:tgtEl>
                                          <p:spTgt spid="1048628">
                                            <p:txEl>
                                              <p:charRg st="0" end="21"/>
                                            </p:txEl>
                                          </p:spTgt>
                                        </p:tgtEl>
                                        <p:attrNameLst>
                                          <p:attrName>ppt_y</p:attrName>
                                        </p:attrNameLst>
                                      </p:cBhvr>
                                      <p:tavLst>
                                        <p:tav fmla="#ppt_y-sin(pi*$)/3" tm="0">
                                          <p:val>
                                            <p:fltVal val="0.5"/>
                                          </p:val>
                                        </p:tav>
                                        <p:tav tm="100000">
                                          <p:val>
                                            <p:fltVal val="1.0"/>
                                          </p:val>
                                        </p:tav>
                                      </p:tavLst>
                                    </p:anim>
                                    <p:anim calcmode="lin" valueType="num">
                                      <p:cBhvr>
                                        <p:cTn dur="664" id="24" tmFilter="0, 0; 0.125,0.2665; 0.25,0.4; 0.375,0.465; 0.5,0.5;  0.625,0.535; 0.75,0.6; 0.875,0.7335; 1,1">
                                          <p:stCondLst>
                                            <p:cond delay="664"/>
                                          </p:stCondLst>
                                        </p:cTn>
                                        <p:tgtEl>
                                          <p:spTgt spid="1048628">
                                            <p:txEl>
                                              <p:charRg st="0" end="21"/>
                                            </p:txEl>
                                          </p:spTgt>
                                        </p:tgtEl>
                                        <p:attrNameLst>
                                          <p:attrName>ppt_y</p:attrName>
                                        </p:attrNameLst>
                                      </p:cBhvr>
                                      <p:tavLst>
                                        <p:tav fmla="#ppt_y-sin(pi*$)/9" tm="0">
                                          <p:val>
                                            <p:fltVal val="0.0"/>
                                          </p:val>
                                        </p:tav>
                                        <p:tav tm="100000">
                                          <p:val>
                                            <p:fltVal val="1.0"/>
                                          </p:val>
                                        </p:tav>
                                      </p:tavLst>
                                    </p:anim>
                                    <p:anim calcmode="lin" valueType="num">
                                      <p:cBhvr>
                                        <p:cTn dur="332" id="25" tmFilter="0, 0; 0.125,0.2665; 0.25,0.4; 0.375,0.465; 0.5,0.5;  0.625,0.535; 0.75,0.6; 0.875,0.7335; 1,1">
                                          <p:stCondLst>
                                            <p:cond delay="1324"/>
                                          </p:stCondLst>
                                        </p:cTn>
                                        <p:tgtEl>
                                          <p:spTgt spid="1048628">
                                            <p:txEl>
                                              <p:charRg st="0" end="21"/>
                                            </p:txEl>
                                          </p:spTgt>
                                        </p:tgtEl>
                                        <p:attrNameLst>
                                          <p:attrName>ppt_y</p:attrName>
                                        </p:attrNameLst>
                                      </p:cBhvr>
                                      <p:tavLst>
                                        <p:tav fmla="#ppt_y-sin(pi*$)/27" tm="0">
                                          <p:val>
                                            <p:fltVal val="0.0"/>
                                          </p:val>
                                        </p:tav>
                                        <p:tav tm="100000">
                                          <p:val>
                                            <p:fltVal val="1.0"/>
                                          </p:val>
                                        </p:tav>
                                      </p:tavLst>
                                    </p:anim>
                                    <p:anim calcmode="lin" valueType="num">
                                      <p:cBhvr>
                                        <p:cTn dur="164" id="26" tmFilter="0, 0; 0.125,0.2665; 0.25,0.4; 0.375,0.465; 0.5,0.5;  0.625,0.535; 0.75,0.6; 0.875,0.7335; 1,1">
                                          <p:stCondLst>
                                            <p:cond delay="1656"/>
                                          </p:stCondLst>
                                        </p:cTn>
                                        <p:tgtEl>
                                          <p:spTgt spid="1048628">
                                            <p:txEl>
                                              <p:charRg st="0" end="21"/>
                                            </p:txEl>
                                          </p:spTgt>
                                        </p:tgtEl>
                                        <p:attrNameLst>
                                          <p:attrName>ppt_y</p:attrName>
                                        </p:attrNameLst>
                                      </p:cBhvr>
                                      <p:tavLst>
                                        <p:tav fmla="#ppt_y-sin(pi*$)/81" tm="0">
                                          <p:val>
                                            <p:fltVal val="0.0"/>
                                          </p:val>
                                        </p:tav>
                                        <p:tav tm="100000">
                                          <p:val>
                                            <p:fltVal val="1.0"/>
                                          </p:val>
                                        </p:tav>
                                      </p:tavLst>
                                    </p:anim>
                                    <p:animScale>
                                      <p:cBhvr>
                                        <p:cTn dur="26" id="27">
                                          <p:stCondLst>
                                            <p:cond delay="650"/>
                                          </p:stCondLst>
                                        </p:cTn>
                                        <p:tgtEl>
                                          <p:spTgt spid="1048628">
                                            <p:txEl>
                                              <p:charRg st="0" end="21"/>
                                            </p:txEl>
                                          </p:spTgt>
                                        </p:tgtEl>
                                      </p:cBhvr>
                                      <p:to x="100000" y="60000"/>
                                    </p:animScale>
                                    <p:animScale>
                                      <p:cBhvr>
                                        <p:cTn accel="0" decel="50000" dur="166" id="28">
                                          <p:stCondLst>
                                            <p:cond delay="676"/>
                                          </p:stCondLst>
                                        </p:cTn>
                                        <p:tgtEl>
                                          <p:spTgt spid="1048628">
                                            <p:txEl>
                                              <p:charRg st="0" end="21"/>
                                            </p:txEl>
                                          </p:spTgt>
                                        </p:tgtEl>
                                      </p:cBhvr>
                                      <p:to x="100000" y="100000"/>
                                    </p:animScale>
                                    <p:animScale>
                                      <p:cBhvr>
                                        <p:cTn dur="26" id="29">
                                          <p:stCondLst>
                                            <p:cond delay="1312"/>
                                          </p:stCondLst>
                                        </p:cTn>
                                        <p:tgtEl>
                                          <p:spTgt spid="1048628">
                                            <p:txEl>
                                              <p:charRg st="0" end="21"/>
                                            </p:txEl>
                                          </p:spTgt>
                                        </p:tgtEl>
                                      </p:cBhvr>
                                      <p:to x="100000" y="80000"/>
                                    </p:animScale>
                                    <p:animScale>
                                      <p:cBhvr>
                                        <p:cTn accel="0" decel="50000" dur="166" id="30">
                                          <p:stCondLst>
                                            <p:cond delay="1338"/>
                                          </p:stCondLst>
                                        </p:cTn>
                                        <p:tgtEl>
                                          <p:spTgt spid="1048628">
                                            <p:txEl>
                                              <p:charRg st="0" end="21"/>
                                            </p:txEl>
                                          </p:spTgt>
                                        </p:tgtEl>
                                      </p:cBhvr>
                                      <p:to x="100000" y="100000"/>
                                    </p:animScale>
                                    <p:animScale>
                                      <p:cBhvr>
                                        <p:cTn dur="26" id="31">
                                          <p:stCondLst>
                                            <p:cond delay="1642"/>
                                          </p:stCondLst>
                                        </p:cTn>
                                        <p:tgtEl>
                                          <p:spTgt spid="1048628">
                                            <p:txEl>
                                              <p:charRg st="0" end="21"/>
                                            </p:txEl>
                                          </p:spTgt>
                                        </p:tgtEl>
                                      </p:cBhvr>
                                      <p:to x="100000" y="90000"/>
                                    </p:animScale>
                                    <p:animScale>
                                      <p:cBhvr>
                                        <p:cTn accel="0" decel="50000" dur="166" id="32">
                                          <p:stCondLst>
                                            <p:cond delay="1668"/>
                                          </p:stCondLst>
                                        </p:cTn>
                                        <p:tgtEl>
                                          <p:spTgt spid="1048628">
                                            <p:txEl>
                                              <p:charRg st="0" end="21"/>
                                            </p:txEl>
                                          </p:spTgt>
                                        </p:tgtEl>
                                      </p:cBhvr>
                                      <p:to x="100000" y="100000"/>
                                    </p:animScale>
                                    <p:animScale>
                                      <p:cBhvr>
                                        <p:cTn dur="26" id="33">
                                          <p:stCondLst>
                                            <p:cond delay="1808"/>
                                          </p:stCondLst>
                                        </p:cTn>
                                        <p:tgtEl>
                                          <p:spTgt spid="1048628">
                                            <p:txEl>
                                              <p:charRg st="0" end="21"/>
                                            </p:txEl>
                                          </p:spTgt>
                                        </p:tgtEl>
                                      </p:cBhvr>
                                      <p:to x="100000" y="95000"/>
                                    </p:animScale>
                                    <p:animScale>
                                      <p:cBhvr>
                                        <p:cTn accel="0" decel="50000" dur="166" id="34">
                                          <p:stCondLst>
                                            <p:cond delay="1834"/>
                                          </p:stCondLst>
                                        </p:cTn>
                                        <p:tgtEl>
                                          <p:spTgt spid="1048628">
                                            <p:txEl>
                                              <p:charRg st="0" end="21"/>
                                            </p:txEl>
                                          </p:spTgt>
                                        </p:tgtEl>
                                      </p:cBhvr>
                                      <p:to x="100000" y="100000"/>
                                    </p:animScale>
                                  </p:childTnLst>
                                </p:cTn>
                              </p:par>
                            </p:childTnLst>
                          </p:cTn>
                        </p:par>
                      </p:childTnLst>
                    </p:cTn>
                  </p:par>
                  <p:par>
                    <p:cTn fill="hold" id="35" nodeType="clickPar">
                      <p:stCondLst>
                        <p:cond delay="indefinite"/>
                      </p:stCondLst>
                      <p:childTnLst>
                        <p:par>
                          <p:cTn fill="hold" id="36" nodeType="withGroup">
                            <p:stCondLst>
                              <p:cond delay="0"/>
                            </p:stCondLst>
                            <p:childTnLst>
                              <p:par>
                                <p:cTn fill="hold" grpId="0" id="37" nodeType="clickEffect" presetClass="entr" presetID="26" presetSubtype="0">
                                  <p:stCondLst>
                                    <p:cond delay="0"/>
                                  </p:stCondLst>
                                  <p:childTnLst>
                                    <p:set>
                                      <p:cBhvr>
                                        <p:cTn dur="1" fill="hold" id="38">
                                          <p:stCondLst>
                                            <p:cond delay="0"/>
                                          </p:stCondLst>
                                        </p:cTn>
                                        <p:tgtEl>
                                          <p:spTgt spid="1048628">
                                            <p:txEl>
                                              <p:charRg st="21" end="283"/>
                                            </p:txEl>
                                          </p:spTgt>
                                        </p:tgtEl>
                                        <p:attrNameLst>
                                          <p:attrName>style.visibility</p:attrName>
                                        </p:attrNameLst>
                                      </p:cBhvr>
                                      <p:to>
                                        <p:strVal val="visible"/>
                                      </p:to>
                                    </p:set>
                                    <p:animEffect transition="in" filter="wipe(down)">
                                      <p:cBhvr>
                                        <p:cTn dur="580" id="39">
                                          <p:stCondLst>
                                            <p:cond delay="0"/>
                                          </p:stCondLst>
                                        </p:cTn>
                                        <p:tgtEl>
                                          <p:spTgt spid="1048628">
                                            <p:txEl>
                                              <p:charRg st="21" end="283"/>
                                            </p:txEl>
                                          </p:spTgt>
                                        </p:tgtEl>
                                      </p:cBhvr>
                                    </p:animEffect>
                                    <p:anim calcmode="lin" valueType="num">
                                      <p:cBhvr>
                                        <p:cTn dur="1822" id="40" tmFilter="0,0; 0.14,0.36; 0.43,0.73; 0.71,0.91; 1.0,1.0">
                                          <p:stCondLst>
                                            <p:cond delay="0"/>
                                          </p:stCondLst>
                                        </p:cTn>
                                        <p:tgtEl>
                                          <p:spTgt spid="1048628">
                                            <p:txEl>
                                              <p:charRg st="21" end="283"/>
                                            </p:txEl>
                                          </p:spTgt>
                                        </p:tgtEl>
                                        <p:attrNameLst>
                                          <p:attrName>ppt_x</p:attrName>
                                        </p:attrNameLst>
                                      </p:cBhvr>
                                      <p:tavLst>
                                        <p:tav tm="0">
                                          <p:val>
                                            <p:strVal val="#ppt_x-0.25"/>
                                          </p:val>
                                        </p:tav>
                                        <p:tav tm="100000">
                                          <p:val>
                                            <p:strVal val="#ppt_x"/>
                                          </p:val>
                                        </p:tav>
                                      </p:tavLst>
                                    </p:anim>
                                    <p:anim calcmode="lin" valueType="num">
                                      <p:cBhvr>
                                        <p:cTn dur="664" id="41" tmFilter="0.0,0.0; 0.25,0.07; 0.50,0.2; 0.75,0.467; 1.0,1.0">
                                          <p:stCondLst>
                                            <p:cond delay="0"/>
                                          </p:stCondLst>
                                        </p:cTn>
                                        <p:tgtEl>
                                          <p:spTgt spid="1048628">
                                            <p:txEl>
                                              <p:charRg st="21" end="283"/>
                                            </p:txEl>
                                          </p:spTgt>
                                        </p:tgtEl>
                                        <p:attrNameLst>
                                          <p:attrName>ppt_y</p:attrName>
                                        </p:attrNameLst>
                                      </p:cBhvr>
                                      <p:tavLst>
                                        <p:tav fmla="#ppt_y-sin(pi*$)/3" tm="0">
                                          <p:val>
                                            <p:fltVal val="0.5"/>
                                          </p:val>
                                        </p:tav>
                                        <p:tav tm="100000">
                                          <p:val>
                                            <p:fltVal val="1.0"/>
                                          </p:val>
                                        </p:tav>
                                      </p:tavLst>
                                    </p:anim>
                                    <p:anim calcmode="lin" valueType="num">
                                      <p:cBhvr>
                                        <p:cTn dur="664" id="42" tmFilter="0, 0; 0.125,0.2665; 0.25,0.4; 0.375,0.465; 0.5,0.5;  0.625,0.535; 0.75,0.6; 0.875,0.7335; 1,1">
                                          <p:stCondLst>
                                            <p:cond delay="664"/>
                                          </p:stCondLst>
                                        </p:cTn>
                                        <p:tgtEl>
                                          <p:spTgt spid="1048628">
                                            <p:txEl>
                                              <p:charRg st="21" end="283"/>
                                            </p:txEl>
                                          </p:spTgt>
                                        </p:tgtEl>
                                        <p:attrNameLst>
                                          <p:attrName>ppt_y</p:attrName>
                                        </p:attrNameLst>
                                      </p:cBhvr>
                                      <p:tavLst>
                                        <p:tav fmla="#ppt_y-sin(pi*$)/9" tm="0">
                                          <p:val>
                                            <p:fltVal val="0.0"/>
                                          </p:val>
                                        </p:tav>
                                        <p:tav tm="100000">
                                          <p:val>
                                            <p:fltVal val="1.0"/>
                                          </p:val>
                                        </p:tav>
                                      </p:tavLst>
                                    </p:anim>
                                    <p:anim calcmode="lin" valueType="num">
                                      <p:cBhvr>
                                        <p:cTn dur="332" id="43" tmFilter="0, 0; 0.125,0.2665; 0.25,0.4; 0.375,0.465; 0.5,0.5;  0.625,0.535; 0.75,0.6; 0.875,0.7335; 1,1">
                                          <p:stCondLst>
                                            <p:cond delay="1324"/>
                                          </p:stCondLst>
                                        </p:cTn>
                                        <p:tgtEl>
                                          <p:spTgt spid="1048628">
                                            <p:txEl>
                                              <p:charRg st="21" end="283"/>
                                            </p:txEl>
                                          </p:spTgt>
                                        </p:tgtEl>
                                        <p:attrNameLst>
                                          <p:attrName>ppt_y</p:attrName>
                                        </p:attrNameLst>
                                      </p:cBhvr>
                                      <p:tavLst>
                                        <p:tav fmla="#ppt_y-sin(pi*$)/27" tm="0">
                                          <p:val>
                                            <p:fltVal val="0.0"/>
                                          </p:val>
                                        </p:tav>
                                        <p:tav tm="100000">
                                          <p:val>
                                            <p:fltVal val="1.0"/>
                                          </p:val>
                                        </p:tav>
                                      </p:tavLst>
                                    </p:anim>
                                    <p:anim calcmode="lin" valueType="num">
                                      <p:cBhvr>
                                        <p:cTn dur="164" id="44" tmFilter="0, 0; 0.125,0.2665; 0.25,0.4; 0.375,0.465; 0.5,0.5;  0.625,0.535; 0.75,0.6; 0.875,0.7335; 1,1">
                                          <p:stCondLst>
                                            <p:cond delay="1656"/>
                                          </p:stCondLst>
                                        </p:cTn>
                                        <p:tgtEl>
                                          <p:spTgt spid="1048628">
                                            <p:txEl>
                                              <p:charRg st="21" end="283"/>
                                            </p:txEl>
                                          </p:spTgt>
                                        </p:tgtEl>
                                        <p:attrNameLst>
                                          <p:attrName>ppt_y</p:attrName>
                                        </p:attrNameLst>
                                      </p:cBhvr>
                                      <p:tavLst>
                                        <p:tav fmla="#ppt_y-sin(pi*$)/81" tm="0">
                                          <p:val>
                                            <p:fltVal val="0.0"/>
                                          </p:val>
                                        </p:tav>
                                        <p:tav tm="100000">
                                          <p:val>
                                            <p:fltVal val="1.0"/>
                                          </p:val>
                                        </p:tav>
                                      </p:tavLst>
                                    </p:anim>
                                    <p:animScale>
                                      <p:cBhvr>
                                        <p:cTn dur="26" id="45">
                                          <p:stCondLst>
                                            <p:cond delay="650"/>
                                          </p:stCondLst>
                                        </p:cTn>
                                        <p:tgtEl>
                                          <p:spTgt spid="1048628">
                                            <p:txEl>
                                              <p:charRg st="21" end="283"/>
                                            </p:txEl>
                                          </p:spTgt>
                                        </p:tgtEl>
                                      </p:cBhvr>
                                      <p:to x="100000" y="60000"/>
                                    </p:animScale>
                                    <p:animScale>
                                      <p:cBhvr>
                                        <p:cTn accel="0" decel="50000" dur="166" id="46">
                                          <p:stCondLst>
                                            <p:cond delay="676"/>
                                          </p:stCondLst>
                                        </p:cTn>
                                        <p:tgtEl>
                                          <p:spTgt spid="1048628">
                                            <p:txEl>
                                              <p:charRg st="21" end="283"/>
                                            </p:txEl>
                                          </p:spTgt>
                                        </p:tgtEl>
                                      </p:cBhvr>
                                      <p:to x="100000" y="100000"/>
                                    </p:animScale>
                                    <p:animScale>
                                      <p:cBhvr>
                                        <p:cTn dur="26" id="47">
                                          <p:stCondLst>
                                            <p:cond delay="1312"/>
                                          </p:stCondLst>
                                        </p:cTn>
                                        <p:tgtEl>
                                          <p:spTgt spid="1048628">
                                            <p:txEl>
                                              <p:charRg st="21" end="283"/>
                                            </p:txEl>
                                          </p:spTgt>
                                        </p:tgtEl>
                                      </p:cBhvr>
                                      <p:to x="100000" y="80000"/>
                                    </p:animScale>
                                    <p:animScale>
                                      <p:cBhvr>
                                        <p:cTn accel="0" decel="50000" dur="166" id="48">
                                          <p:stCondLst>
                                            <p:cond delay="1338"/>
                                          </p:stCondLst>
                                        </p:cTn>
                                        <p:tgtEl>
                                          <p:spTgt spid="1048628">
                                            <p:txEl>
                                              <p:charRg st="21" end="283"/>
                                            </p:txEl>
                                          </p:spTgt>
                                        </p:tgtEl>
                                      </p:cBhvr>
                                      <p:to x="100000" y="100000"/>
                                    </p:animScale>
                                    <p:animScale>
                                      <p:cBhvr>
                                        <p:cTn dur="26" id="49">
                                          <p:stCondLst>
                                            <p:cond delay="1642"/>
                                          </p:stCondLst>
                                        </p:cTn>
                                        <p:tgtEl>
                                          <p:spTgt spid="1048628">
                                            <p:txEl>
                                              <p:charRg st="21" end="283"/>
                                            </p:txEl>
                                          </p:spTgt>
                                        </p:tgtEl>
                                      </p:cBhvr>
                                      <p:to x="100000" y="90000"/>
                                    </p:animScale>
                                    <p:animScale>
                                      <p:cBhvr>
                                        <p:cTn accel="0" decel="50000" dur="166" id="50">
                                          <p:stCondLst>
                                            <p:cond delay="1668"/>
                                          </p:stCondLst>
                                        </p:cTn>
                                        <p:tgtEl>
                                          <p:spTgt spid="1048628">
                                            <p:txEl>
                                              <p:charRg st="21" end="283"/>
                                            </p:txEl>
                                          </p:spTgt>
                                        </p:tgtEl>
                                      </p:cBhvr>
                                      <p:to x="100000" y="100000"/>
                                    </p:animScale>
                                    <p:animScale>
                                      <p:cBhvr>
                                        <p:cTn dur="26" id="51">
                                          <p:stCondLst>
                                            <p:cond delay="1808"/>
                                          </p:stCondLst>
                                        </p:cTn>
                                        <p:tgtEl>
                                          <p:spTgt spid="1048628">
                                            <p:txEl>
                                              <p:charRg st="21" end="283"/>
                                            </p:txEl>
                                          </p:spTgt>
                                        </p:tgtEl>
                                      </p:cBhvr>
                                      <p:to x="100000" y="95000"/>
                                    </p:animScale>
                                    <p:animScale>
                                      <p:cBhvr>
                                        <p:cTn accel="0" decel="50000" dur="166" id="52">
                                          <p:stCondLst>
                                            <p:cond delay="1834"/>
                                          </p:stCondLst>
                                        </p:cTn>
                                        <p:tgtEl>
                                          <p:spTgt spid="1048628">
                                            <p:txEl>
                                              <p:charRg st="21" end="28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7" grpId="0" uiExpand="0" build="p" bldLvl="1"/>
      <p:bldP spid="1048628" grpId="0" uiExpand="0" build="p" bldLvl="1"/>
    </p:bldLst>
  </p:timing>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59" name=""/>
        <p:cNvGrpSpPr/>
        <p:nvPr/>
      </p:nvGrpSpPr>
      <p:grpSpPr>
        <a:xfrm rot="0">
          <a:off x="0" y="0"/>
          <a:ext cx="0" cy="0"/>
          <a:chOff x="0" y="0"/>
          <a:chExt cx="0" cy="0"/>
        </a:xfrm>
      </p:grpSpPr>
      <p:sp>
        <p:nvSpPr>
          <p:cNvPr id="1048630" name=""/>
          <p:cNvSpPr/>
          <p:nvPr>
            <p:ph sz="quarter" idx="4294967295"/>
          </p:nvPr>
        </p:nvSpPr>
        <p:spPr>
          <a:xfrm rot="0">
            <a:off x="609600" y="1438275"/>
            <a:ext cx="10972800" cy="46878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382587" latinLnBrk="1" lvl="0" marL="447675">
              <a:lnSpc>
                <a:spcPct val="150000"/>
              </a:lnSpc>
              <a:spcBef>
                <a:spcPct val="0"/>
              </a:spcBef>
              <a:buFont typeface="Courier New" pitchFamily="49" charset="0"/>
              <a:buChar char="o"/>
            </a:pPr>
            <a:r>
              <a:rPr altLang="en-US" sz="2000" lang="en-US">
                <a:latin typeface="Times New Roman" pitchFamily="18" charset="0"/>
                <a:ea typeface="Times New Roman" pitchFamily="18" charset="0"/>
              </a:rPr>
              <a:t>Softswitch adalah suatu alat yang mampu menghubungkan antara jaringan sirkuit dengan jaringan paket, termasuk di dalamnya adalah jaringan telpon tetap </a:t>
            </a:r>
            <a:r>
              <a:rPr altLang="en-US" sz="2000" i="1" lang="en-US">
                <a:latin typeface="Times New Roman" pitchFamily="18" charset="0"/>
                <a:ea typeface="Times New Roman" pitchFamily="18" charset="0"/>
                <a:hlinkClick r:id="rId1"/>
              </a:rPr>
              <a:t>(PSTN)</a:t>
            </a:r>
            <a:r>
              <a:rPr altLang="en-US" sz="2000" lang="en-US">
                <a:latin typeface="Times New Roman" pitchFamily="18" charset="0"/>
                <a:ea typeface="Times New Roman" pitchFamily="18" charset="0"/>
              </a:rPr>
              <a:t>, internet yang berbasis IP, kabel TV dan juga jaringan seluler yang telah ada selama ini</a:t>
            </a:r>
            <a:r>
              <a:rPr altLang="en-US" sz="2000" lang="en-US">
                <a:latin typeface="Times New Roman" pitchFamily="18" charset="0"/>
                <a:ea typeface="Times New Roman" pitchFamily="18" charset="0"/>
              </a:rPr>
              <a:t>.</a:t>
            </a:r>
          </a:p>
          <a:p>
            <a:pPr eaLnBrk="1" hangingPunct="1" indent="-382587" latinLnBrk="1" lvl="0" marL="447675">
              <a:lnSpc>
                <a:spcPct val="150000"/>
              </a:lnSpc>
              <a:spcBef>
                <a:spcPct val="0"/>
              </a:spcBef>
            </a:pPr>
            <a:br/>
            <a:r>
              <a:rPr altLang="en-US" sz="2000" lang="id-ID">
                <a:latin typeface="Times New Roman" pitchFamily="18" charset="0"/>
                <a:ea typeface="Times New Roman" pitchFamily="18" charset="0"/>
              </a:rPr>
              <a:t> </a:t>
            </a:r>
            <a:r>
              <a:rPr altLang="en-US" b="1" sz="2000" lang="en-US">
                <a:latin typeface="Times New Roman" pitchFamily="18" charset="0"/>
                <a:ea typeface="Times New Roman" pitchFamily="18" charset="0"/>
              </a:rPr>
              <a:t>Softswitch </a:t>
            </a:r>
            <a:r>
              <a:rPr altLang="en-US" b="1" sz="2000" lang="en-US">
                <a:latin typeface="Times New Roman" pitchFamily="18" charset="0"/>
                <a:ea typeface="Times New Roman" pitchFamily="18" charset="0"/>
              </a:rPr>
              <a:t>lebih dikenal sebagai IP-PBX</a:t>
            </a:r>
            <a:r>
              <a:rPr altLang="en-US" sz="2000" lang="en-US">
                <a:latin typeface="Times New Roman" pitchFamily="18" charset="0"/>
                <a:ea typeface="Times New Roman" pitchFamily="18" charset="0"/>
              </a:rPr>
              <a:t>. Perangkat perangkat dalam sofswitch yaitu :</a:t>
            </a:r>
            <a:b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Media </a:t>
            </a:r>
            <a:r>
              <a:rPr altLang="en-US" sz="2000" lang="en-US">
                <a:latin typeface="Times New Roman" pitchFamily="18" charset="0"/>
                <a:ea typeface="Times New Roman" pitchFamily="18" charset="0"/>
              </a:rPr>
              <a:t>Gateway  Controller</a:t>
            </a:r>
            <a:r>
              <a:rPr altLang="en-US" sz="2000" i="1" lang="en-US">
                <a:latin typeface="Times New Roman" pitchFamily="18" charset="0"/>
                <a:ea typeface="Times New Roman" pitchFamily="18" charset="0"/>
              </a:rPr>
              <a:t> (MGC)</a:t>
            </a:r>
            <a:r>
              <a:rPr altLang="en-US" sz="2000" lang="en-US">
                <a:latin typeface="Times New Roman" pitchFamily="18" charset="0"/>
                <a:ea typeface="Times New Roman" pitchFamily="18" charset="0"/>
              </a:rPr>
              <a:t> yang sering disebut dengan </a:t>
            </a:r>
            <a:r>
              <a:rPr altLang="en-US" sz="2000" lang="en-US" u="sng">
                <a:latin typeface="Times New Roman" pitchFamily="18" charset="0"/>
                <a:ea typeface="Times New Roman" pitchFamily="18" charset="0"/>
              </a:rPr>
              <a:t>perangkat call agent</a:t>
            </a:r>
          </a:p>
          <a:p>
            <a:pPr eaLnBrk="1" hangingPunct="1" indent="-382587" latinLnBrk="1" lvl="0" marL="447675">
              <a:lnSpc>
                <a:spcPct val="150000"/>
              </a:lnSpc>
              <a:spcBef>
                <a:spcPct val="0"/>
              </a:spcBef>
            </a:pP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Aplication </a:t>
            </a:r>
            <a:r>
              <a:rPr altLang="en-US" sz="2000" lang="en-US">
                <a:latin typeface="Times New Roman" pitchFamily="18" charset="0"/>
                <a:ea typeface="Times New Roman" pitchFamily="18" charset="0"/>
              </a:rPr>
              <a:t>/ fitur server</a:t>
            </a:r>
          </a:p>
          <a:p>
            <a:pPr eaLnBrk="1" hangingPunct="1" indent="-382587" latinLnBrk="1" lvl="0" marL="447675">
              <a:lnSpc>
                <a:spcPct val="150000"/>
              </a:lnSpc>
              <a:spcBef>
                <a:spcPct val="0"/>
              </a:spcBef>
            </a:pP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Media </a:t>
            </a:r>
            <a:r>
              <a:rPr altLang="en-US" sz="2000" lang="en-US">
                <a:latin typeface="Times New Roman" pitchFamily="18" charset="0"/>
                <a:ea typeface="Times New Roman" pitchFamily="18" charset="0"/>
              </a:rPr>
              <a:t>server</a:t>
            </a:r>
          </a:p>
          <a:p>
            <a:pPr eaLnBrk="1" hangingPunct="1" indent="-382587" latinLnBrk="1" lvl="0" marL="447675">
              <a:buFont typeface="Wingdings 2" pitchFamily="18" charset="2"/>
              <a:buChar char=""/>
            </a:pPr>
            <a:endParaRPr altLang="en-US" sz="2000" lang="en-US"/>
          </a:p>
        </p:txBody>
      </p:sp>
      <p:sp>
        <p:nvSpPr>
          <p:cNvPr id="1048631" name=""/>
          <p:cNvSpPr/>
          <p:nvPr>
            <p:ph type="title" sz="full" idx="7"/>
          </p:nvPr>
        </p:nvSpPr>
        <p:spPr>
          <a:xfrm rot="0">
            <a:off x="609600" y="274637"/>
            <a:ext cx="10972800" cy="94932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APA ITU SOFTSWITCH ?</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30">
                                            <p:txEl>
                                              <p:charRg st="0" end="248"/>
                                            </p:txEl>
                                          </p:spTgt>
                                        </p:tgtEl>
                                        <p:attrNameLst>
                                          <p:attrName>style.visibility</p:attrName>
                                        </p:attrNameLst>
                                      </p:cBhvr>
                                      <p:to>
                                        <p:strVal val="visible"/>
                                      </p:to>
                                    </p:set>
                                    <p:anim calcmode="lin" valueType="num">
                                      <p:cBhvr additive="base">
                                        <p:cTn dur="500" fill="hold" id="7"/>
                                        <p:tgtEl>
                                          <p:spTgt spid="1048630">
                                            <p:txEl>
                                              <p:charRg st="0" end="248"/>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30">
                                            <p:txEl>
                                              <p:charRg st="0" end="248"/>
                                            </p:txEl>
                                          </p:spTgt>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30">
                                            <p:txEl>
                                              <p:charRg st="248" end="416"/>
                                            </p:txEl>
                                          </p:spTgt>
                                        </p:tgtEl>
                                        <p:attrNameLst>
                                          <p:attrName>style.visibility</p:attrName>
                                        </p:attrNameLst>
                                      </p:cBhvr>
                                      <p:to>
                                        <p:strVal val="visible"/>
                                      </p:to>
                                    </p:set>
                                    <p:anim calcmode="lin" valueType="num">
                                      <p:cBhvr additive="base">
                                        <p:cTn dur="500" fill="hold" id="13"/>
                                        <p:tgtEl>
                                          <p:spTgt spid="1048630">
                                            <p:txEl>
                                              <p:charRg st="248" end="416"/>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30">
                                            <p:txEl>
                                              <p:charRg st="248" end="416"/>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30">
                                            <p:txEl>
                                              <p:charRg st="416" end="443"/>
                                            </p:txEl>
                                          </p:spTgt>
                                        </p:tgtEl>
                                        <p:attrNameLst>
                                          <p:attrName>style.visibility</p:attrName>
                                        </p:attrNameLst>
                                      </p:cBhvr>
                                      <p:to>
                                        <p:strVal val="visible"/>
                                      </p:to>
                                    </p:set>
                                    <p:anim calcmode="lin" valueType="num">
                                      <p:cBhvr additive="base">
                                        <p:cTn dur="500" fill="hold" id="19"/>
                                        <p:tgtEl>
                                          <p:spTgt spid="1048630">
                                            <p:txEl>
                                              <p:charRg st="416" end="443"/>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30">
                                            <p:txEl>
                                              <p:charRg st="416" end="443"/>
                                            </p:txEl>
                                          </p:spTgt>
                                        </p:tgtEl>
                                        <p:attrNameLst>
                                          <p:attrName>ppt_y</p:attrName>
                                        </p:attrNameLst>
                                      </p:cBhvr>
                                      <p:tavLst>
                                        <p:tav tm="0">
                                          <p:val>
                                            <p:strVal val="1+#ppt_h/2"/>
                                          </p:val>
                                        </p:tav>
                                        <p:tav tm="100000">
                                          <p:val>
                                            <p:strVal val="#ppt_y"/>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630">
                                            <p:txEl>
                                              <p:charRg st="443" end="457"/>
                                            </p:txEl>
                                          </p:spTgt>
                                        </p:tgtEl>
                                        <p:attrNameLst>
                                          <p:attrName>style.visibility</p:attrName>
                                        </p:attrNameLst>
                                      </p:cBhvr>
                                      <p:to>
                                        <p:strVal val="visible"/>
                                      </p:to>
                                    </p:set>
                                    <p:anim calcmode="lin" valueType="num">
                                      <p:cBhvr additive="base">
                                        <p:cTn dur="500" fill="hold" id="25"/>
                                        <p:tgtEl>
                                          <p:spTgt spid="1048630">
                                            <p:txEl>
                                              <p:charRg st="443" end="457"/>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30">
                                            <p:txEl>
                                              <p:charRg st="443" end="45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0" grpId="0" uiExpand="0" build="p" bldLvl="1"/>
    </p:bldLst>
  </p:timing>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60" name=""/>
        <p:cNvGrpSpPr/>
        <p:nvPr/>
      </p:nvGrpSpPr>
      <p:grpSpPr>
        <a:xfrm rot="0">
          <a:off x="0" y="0"/>
          <a:ext cx="0" cy="0"/>
          <a:chOff x="0" y="0"/>
          <a:chExt cx="0" cy="0"/>
        </a:xfrm>
      </p:grpSpPr>
      <p:pic>
        <p:nvPicPr>
          <p:cNvPr id="2097156" name=""/>
          <p:cNvPicPr>
            <a:picLocks/>
          </p:cNvPicPr>
          <p:nvPr>
            <p:ph sz="quarter" idx="4294967295"/>
          </p:nvPr>
        </p:nvPicPr>
        <p:blipFill>
          <a:blip xmlns:r="http://schemas.openxmlformats.org/officeDocument/2006/relationships" r:embed="rId1"/>
          <a:srcRect l="0" t="0" r="0" b="0"/>
          <a:stretch>
            <a:fillRect/>
          </a:stretch>
        </p:blipFill>
        <p:spPr bwMode="auto">
          <a:xfrm rot="0">
            <a:off x="3260725" y="2020887"/>
            <a:ext cx="5670550" cy="4075112"/>
          </a:xfrm>
          <a:prstGeom prst="rect"/>
          <a:noFill/>
          <a:ln>
            <a:noFill/>
          </a:ln>
        </p:spPr>
      </p:pic>
      <p:sp>
        <p:nvSpPr>
          <p:cNvPr id="1048632" name=""/>
          <p:cNvSpPr/>
          <p:nvPr>
            <p:ph type="title" sz="full" idx="7"/>
          </p:nvPr>
        </p:nvSpPr>
        <p:spPr>
          <a:xfrm rot="0">
            <a:off x="609600" y="274637"/>
            <a:ext cx="10972800" cy="895350"/>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KONSEP KERJA SOFTSWITCH</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32"/>
                                        </p:tgtEl>
                                        <p:attrNameLst>
                                          <p:attrName>style.visibility</p:attrName>
                                        </p:attrNameLst>
                                      </p:cBhvr>
                                      <p:to>
                                        <p:strVal val="visible"/>
                                      </p:to>
                                    </p:set>
                                    <p:animEffect transition="in" filter="fade">
                                      <p:cBhvr>
                                        <p:cTn dur="1000" id="7"/>
                                        <p:tgtEl>
                                          <p:spTgt spid="1048632"/>
                                        </p:tgtEl>
                                      </p:cBhvr>
                                    </p:animEffect>
                                    <p:anim calcmode="lin" valueType="num">
                                      <p:cBhvr>
                                        <p:cTn dur="1000" fill="hold" id="8"/>
                                        <p:tgtEl>
                                          <p:spTgt spid="1048632"/>
                                        </p:tgtEl>
                                        <p:attrNameLst>
                                          <p:attrName>ppt_x</p:attrName>
                                        </p:attrNameLst>
                                      </p:cBhvr>
                                      <p:tavLst>
                                        <p:tav tm="0">
                                          <p:val>
                                            <p:strVal val="#ppt_x"/>
                                          </p:val>
                                        </p:tav>
                                        <p:tav tm="100000">
                                          <p:val>
                                            <p:strVal val="#ppt_x"/>
                                          </p:val>
                                        </p:tav>
                                      </p:tavLst>
                                    </p:anim>
                                    <p:anim calcmode="lin" valueType="num">
                                      <p:cBhvr>
                                        <p:cTn dur="1000" fill="hold" id="9"/>
                                        <p:tgtEl>
                                          <p:spTgt spid="1048632"/>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6" presetSubtype="16">
                                  <p:stCondLst>
                                    <p:cond delay="0"/>
                                  </p:stCondLst>
                                  <p:childTnLst>
                                    <p:set>
                                      <p:cBhvr>
                                        <p:cTn dur="1" fill="hold" id="13">
                                          <p:stCondLst>
                                            <p:cond delay="0"/>
                                          </p:stCondLst>
                                        </p:cTn>
                                        <p:tgtEl>
                                          <p:spTgt spid="2097156"/>
                                        </p:tgtEl>
                                        <p:attrNameLst>
                                          <p:attrName>style.visibility</p:attrName>
                                        </p:attrNameLst>
                                      </p:cBhvr>
                                      <p:to>
                                        <p:strVal val="visible"/>
                                      </p:to>
                                    </p:set>
                                    <p:animEffect transition="in" filter="circle(in)">
                                      <p:cBhvr>
                                        <p:cTn dur="2000" id="14"/>
                                        <p:tgtEl>
                                          <p:spTgt spid="2097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2" grpId="0" uiExpand="0" build="whole"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61" name=""/>
        <p:cNvGrpSpPr/>
        <p:nvPr/>
      </p:nvGrpSpPr>
      <p:grpSpPr>
        <a:xfrm rot="0">
          <a:off x="0" y="0"/>
          <a:ext cx="0" cy="0"/>
          <a:chOff x="0" y="0"/>
          <a:chExt cx="0" cy="0"/>
        </a:xfrm>
      </p:grpSpPr>
      <p:sp>
        <p:nvSpPr>
          <p:cNvPr id="1048633" name=""/>
          <p:cNvSpPr/>
          <p:nvPr>
            <p:ph sz="quarter" idx="4294967295"/>
          </p:nvPr>
        </p:nvSpPr>
        <p:spPr>
          <a:xfrm rot="0">
            <a:off x="609600" y="1506537"/>
            <a:ext cx="10972800" cy="461962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50000"/>
              </a:lnSpc>
              <a:spcBef>
                <a:spcPct val="0"/>
              </a:spcBef>
            </a:pPr>
            <a:r>
              <a:rPr altLang="en-US" sz="2000" lang="en-US">
                <a:latin typeface="Times New Roman" pitchFamily="18" charset="0"/>
                <a:ea typeface="Times New Roman" pitchFamily="18" charset="0"/>
              </a:rPr>
              <a:t>Softswitch merupakan sebuah sistem telekomunikasi masa depan yang mampu memenuhi kebutuhan pelanggan yaitu mampu memberikan layanan triple play sekaligus dimana layanan ini hanya mungkin dilakukan oleh sistem dengan jaringan yang maju seperti teknologi yang berbasis</a:t>
            </a:r>
            <a:r>
              <a:rPr altLang="en-US" sz="2000" lang="id-ID">
                <a:latin typeface="Times New Roman" pitchFamily="18" charset="0"/>
                <a:ea typeface="Times New Roman" pitchFamily="18" charset="0"/>
              </a:rPr>
              <a:t> </a:t>
            </a:r>
            <a:r>
              <a:rPr altLang="en-US" sz="2000" lang="en-US">
                <a:latin typeface="Times New Roman" pitchFamily="18" charset="0"/>
                <a:ea typeface="Times New Roman" pitchFamily="18" charset="0"/>
              </a:rPr>
              <a:t>IP.</a:t>
            </a:r>
            <a:br/>
            <a:r>
              <a:rPr altLang="en-US" sz="2000" lang="en-US">
                <a:latin typeface="Times New Roman" pitchFamily="18" charset="0"/>
                <a:ea typeface="Times New Roman" pitchFamily="18" charset="0"/>
              </a:rPr>
              <a:t>          Bagian yang paling kompleks dalam suatu sentral lokal adalah bagian software yang mengatur call processing. Salah satu solusi untuk mengatasi masalah ini adalah dengan menciptakan suatu alat yang dapat menyambungkan komunikasi suara (voice) dalam bentuk paket maupun circuit. Industri pertelekomunikasian menyimpulkan cara yang terbaik adalah dengan memisahkan fungsi call processing dari fungsi switching secara fisik dan menghubungkan keduanya elaui suatu protocol standar tersendiri.</a:t>
            </a:r>
          </a:p>
        </p:txBody>
      </p:sp>
      <p:sp>
        <p:nvSpPr>
          <p:cNvPr id="1048634" name=""/>
          <p:cNvSpPr/>
          <p:nvPr>
            <p:ph type="title" sz="full" idx="7"/>
          </p:nvPr>
        </p:nvSpPr>
        <p:spPr>
          <a:xfrm rot="0">
            <a:off x="609600" y="274637"/>
            <a:ext cx="10972800" cy="989012"/>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KONSEP KERJA SOFTSWITCH</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33">
                                            <p:txEl>
                                              <p:charRg st="0" end="768"/>
                                            </p:txEl>
                                          </p:spTgt>
                                        </p:tgtEl>
                                        <p:attrNameLst>
                                          <p:attrName>style.visibility</p:attrName>
                                        </p:attrNameLst>
                                      </p:cBhvr>
                                      <p:to>
                                        <p:strVal val="visible"/>
                                      </p:to>
                                    </p:set>
                                    <p:animEffect transition="in" filter="wipe(down)">
                                      <p:cBhvr>
                                        <p:cTn dur="500" id="7"/>
                                        <p:tgtEl>
                                          <p:spTgt spid="1048633">
                                            <p:txEl>
                                              <p:charRg st="0" end="7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3" grpId="0" uiExpand="0" build="p" bldLvl="1"/>
    </p:bldLst>
  </p:timing>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62" name=""/>
        <p:cNvGrpSpPr/>
        <p:nvPr/>
      </p:nvGrpSpPr>
      <p:grpSpPr>
        <a:xfrm rot="0">
          <a:off x="0" y="0"/>
          <a:ext cx="0" cy="0"/>
          <a:chOff x="0" y="0"/>
          <a:chExt cx="0" cy="0"/>
        </a:xfrm>
      </p:grpSpPr>
      <p:sp>
        <p:nvSpPr>
          <p:cNvPr id="1048635" name=""/>
          <p:cNvSpPr/>
          <p:nvPr>
            <p:ph sz="quarter" idx="4294967295"/>
          </p:nvPr>
        </p:nvSpPr>
        <p:spPr>
          <a:xfrm rot="0">
            <a:off x="609600" y="1358900"/>
            <a:ext cx="10972800" cy="50688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457200" latinLnBrk="1" lvl="0" marL="457200">
              <a:lnSpc>
                <a:spcPct val="140000"/>
              </a:lnSpc>
              <a:spcBef>
                <a:spcPct val="0"/>
              </a:spcBef>
              <a:buFont typeface="Garamond" pitchFamily="18" charset="0"/>
              <a:buAutoNum type="arabicPeriod" startAt="1"/>
            </a:pPr>
            <a:r>
              <a:rPr altLang="en-US" b="1" sz="2000" lang="en-US">
                <a:latin typeface="Times New Roman" pitchFamily="18" charset="0"/>
                <a:ea typeface="Times New Roman" pitchFamily="18" charset="0"/>
              </a:rPr>
              <a:t>Gateway Controller (GC)</a:t>
            </a:r>
            <a:r>
              <a:rPr altLang="en-US" sz="2000" lang="en-US">
                <a:latin typeface="Times New Roman" pitchFamily="18" charset="0"/>
                <a:ea typeface="Times New Roman" pitchFamily="18" charset="0"/>
              </a:rPr>
              <a:t> berfungsi untuk mengontrol semua sesi layanan dan komunikasi, mengatur interaksi elemen-elemen jaringan yang lain.</a:t>
            </a:r>
          </a:p>
          <a:p>
            <a:pPr eaLnBrk="1" hangingPunct="1" indent="-457200" latinLnBrk="1" lvl="0" marL="457200">
              <a:lnSpc>
                <a:spcPct val="140000"/>
              </a:lnSpc>
              <a:spcBef>
                <a:spcPct val="0"/>
              </a:spcBef>
              <a:buFont typeface="Garamond" pitchFamily="18" charset="0"/>
              <a:buAutoNum type="arabicPeriod" startAt="1"/>
            </a:pPr>
            <a:r>
              <a:rPr altLang="en-US" b="1" sz="2000" lang="en-US">
                <a:latin typeface="Times New Roman" pitchFamily="18" charset="0"/>
                <a:ea typeface="Times New Roman" pitchFamily="18" charset="0"/>
              </a:rPr>
              <a:t>Signaling Gateway (SG)</a:t>
            </a:r>
            <a:r>
              <a:rPr altLang="en-US" sz="2000" lang="en-US">
                <a:latin typeface="Times New Roman" pitchFamily="18" charset="0"/>
                <a:ea typeface="Times New Roman" pitchFamily="18" charset="0"/>
              </a:rPr>
              <a:t>  suatu jembatan antara jaringan SS7 dengan jaringan IP dibawah kendali dari MGC.SG hanya menangani pensinyalan SS7</a:t>
            </a:r>
          </a:p>
          <a:p>
            <a:pPr eaLnBrk="1" hangingPunct="1" indent="-457200" latinLnBrk="1" lvl="0" marL="457200">
              <a:lnSpc>
                <a:spcPct val="140000"/>
              </a:lnSpc>
              <a:spcBef>
                <a:spcPct val="0"/>
              </a:spcBef>
              <a:buFont typeface="Garamond" pitchFamily="18" charset="0"/>
              <a:buAutoNum type="arabicPeriod" startAt="1"/>
            </a:pPr>
            <a:r>
              <a:rPr altLang="en-US" b="1" sz="2000" lang="en-US">
                <a:latin typeface="Times New Roman" pitchFamily="18" charset="0"/>
                <a:ea typeface="Times New Roman" pitchFamily="18" charset="0"/>
              </a:rPr>
              <a:t>Media Gateway (MG)</a:t>
            </a:r>
            <a:r>
              <a:rPr altLang="en-US" sz="2000" lang="en-US">
                <a:latin typeface="Times New Roman" pitchFamily="18" charset="0"/>
                <a:ea typeface="Times New Roman" pitchFamily="18" charset="0"/>
              </a:rPr>
              <a:t> berfungsi sebagai elemen transport untuk merutekan trafik dalam jaringan softswitch dan juga mengirim atau menerima trafik dari jaringan lain yang berbeda</a:t>
            </a:r>
          </a:p>
          <a:p>
            <a:pPr eaLnBrk="1" hangingPunct="1" indent="-457200" latinLnBrk="1" lvl="0" marL="457200">
              <a:lnSpc>
                <a:spcPct val="140000"/>
              </a:lnSpc>
              <a:spcBef>
                <a:spcPct val="0"/>
              </a:spcBef>
              <a:buFont typeface="Garamond" pitchFamily="18" charset="0"/>
              <a:buAutoNum type="arabicPeriod" startAt="1"/>
            </a:pPr>
            <a:r>
              <a:rPr altLang="en-US" b="1" sz="2000" lang="en-US">
                <a:latin typeface="Times New Roman" pitchFamily="18" charset="0"/>
                <a:ea typeface="Times New Roman" pitchFamily="18" charset="0"/>
              </a:rPr>
              <a:t>Feature Server (FS)</a:t>
            </a:r>
            <a:r>
              <a:rPr altLang="en-US" sz="2000" lang="en-US">
                <a:latin typeface="Times New Roman" pitchFamily="18" charset="0"/>
                <a:ea typeface="Times New Roman" pitchFamily="18" charset="0"/>
              </a:rPr>
              <a:t> menggunakan sumber daya dan layanan yang terkait dengan komponen yang lain pada </a:t>
            </a:r>
            <a:r>
              <a:rPr altLang="en-US" sz="2000" i="1" lang="en-US">
                <a:latin typeface="Times New Roman" pitchFamily="18" charset="0"/>
                <a:ea typeface="Times New Roman" pitchFamily="18" charset="0"/>
              </a:rPr>
              <a:t>softswitch </a:t>
            </a:r>
            <a:r>
              <a:rPr altLang="en-US" sz="2000" lang="en-US">
                <a:latin typeface="Times New Roman" pitchFamily="18" charset="0"/>
                <a:ea typeface="Times New Roman" pitchFamily="18" charset="0"/>
              </a:rPr>
              <a:t>tersebut.</a:t>
            </a:r>
          </a:p>
          <a:p>
            <a:pPr eaLnBrk="1" hangingPunct="1" indent="-457200" latinLnBrk="1" lvl="0" marL="457200">
              <a:lnSpc>
                <a:spcPct val="140000"/>
              </a:lnSpc>
              <a:spcBef>
                <a:spcPct val="0"/>
              </a:spcBef>
              <a:buFont typeface="Garamond" pitchFamily="18" charset="0"/>
              <a:buAutoNum type="arabicPeriod" startAt="1"/>
            </a:pPr>
            <a:r>
              <a:rPr altLang="en-US" b="1" sz="2000" lang="en-US">
                <a:latin typeface="Times New Roman" pitchFamily="18" charset="0"/>
                <a:ea typeface="Times New Roman" pitchFamily="18" charset="0"/>
              </a:rPr>
              <a:t>Media Server (MS)</a:t>
            </a:r>
            <a:r>
              <a:rPr altLang="en-US" sz="2000" lang="en-US">
                <a:latin typeface="Times New Roman" pitchFamily="18" charset="0"/>
                <a:ea typeface="Times New Roman" pitchFamily="18" charset="0"/>
              </a:rPr>
              <a:t> fungsinya yakni, untuk memperkaya </a:t>
            </a:r>
            <a:r>
              <a:rPr altLang="en-US" sz="2000" i="1" lang="en-US">
                <a:latin typeface="Times New Roman" pitchFamily="18" charset="0"/>
                <a:ea typeface="Times New Roman" pitchFamily="18" charset="0"/>
              </a:rPr>
              <a:t>softswitch</a:t>
            </a:r>
            <a:r>
              <a:rPr altLang="en-US" sz="2000" lang="en-US">
                <a:latin typeface="Times New Roman" pitchFamily="18" charset="0"/>
                <a:ea typeface="Times New Roman" pitchFamily="18" charset="0"/>
              </a:rPr>
              <a:t> dengan kemampuan media. Misalnya yakni untuk menanggapi respon suara, tugas itu akan dilakukan oleh </a:t>
            </a:r>
            <a:r>
              <a:rPr altLang="en-US" sz="2000" i="1" lang="en-US">
                <a:latin typeface="Times New Roman" pitchFamily="18" charset="0"/>
                <a:ea typeface="Times New Roman" pitchFamily="18" charset="0"/>
              </a:rPr>
              <a:t>media server.</a:t>
            </a:r>
          </a:p>
          <a:p>
            <a:pPr eaLnBrk="1" hangingPunct="1" indent="-457200" latinLnBrk="1" lvl="0" marL="457200">
              <a:lnSpc>
                <a:spcPct val="140000"/>
              </a:lnSpc>
              <a:spcBef>
                <a:spcPct val="0"/>
              </a:spcBef>
            </a:pPr>
            <a:endParaRPr altLang="en-US" sz="2000" lang="en-US">
              <a:latin typeface="Times New Roman" pitchFamily="18" charset="0"/>
              <a:ea typeface="Times New Roman" pitchFamily="18" charset="0"/>
            </a:endParaRPr>
          </a:p>
        </p:txBody>
      </p:sp>
      <p:sp>
        <p:nvSpPr>
          <p:cNvPr id="1048636" name=""/>
          <p:cNvSpPr/>
          <p:nvPr>
            <p:ph type="title" sz="full" idx="7"/>
          </p:nvPr>
        </p:nvSpPr>
        <p:spPr>
          <a:xfrm rot="0">
            <a:off x="609600" y="274637"/>
            <a:ext cx="10972800" cy="801687"/>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KOMPONEN-KOMPONEN SOFTSWITCH</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35">
                                            <p:txEl>
                                              <p:charRg st="0" end="139"/>
                                            </p:txEl>
                                          </p:spTgt>
                                        </p:tgtEl>
                                        <p:attrNameLst>
                                          <p:attrName>style.visibility</p:attrName>
                                        </p:attrNameLst>
                                      </p:cBhvr>
                                      <p:to>
                                        <p:strVal val="visible"/>
                                      </p:to>
                                    </p:set>
                                    <p:animEffect transition="in" filter="wipe(down)">
                                      <p:cBhvr>
                                        <p:cTn dur="500" id="7"/>
                                        <p:tgtEl>
                                          <p:spTgt spid="1048635">
                                            <p:txEl>
                                              <p:charRg st="0" end="139"/>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4">
                                  <p:stCondLst>
                                    <p:cond delay="0"/>
                                  </p:stCondLst>
                                  <p:childTnLst>
                                    <p:set>
                                      <p:cBhvr>
                                        <p:cTn dur="1" fill="hold" id="11">
                                          <p:stCondLst>
                                            <p:cond delay="0"/>
                                          </p:stCondLst>
                                        </p:cTn>
                                        <p:tgtEl>
                                          <p:spTgt spid="1048635">
                                            <p:txEl>
                                              <p:charRg st="139" end="277"/>
                                            </p:txEl>
                                          </p:spTgt>
                                        </p:tgtEl>
                                        <p:attrNameLst>
                                          <p:attrName>style.visibility</p:attrName>
                                        </p:attrNameLst>
                                      </p:cBhvr>
                                      <p:to>
                                        <p:strVal val="visible"/>
                                      </p:to>
                                    </p:set>
                                    <p:animEffect transition="in" filter="wipe(down)">
                                      <p:cBhvr>
                                        <p:cTn dur="500" id="12"/>
                                        <p:tgtEl>
                                          <p:spTgt spid="1048635">
                                            <p:txEl>
                                              <p:charRg st="139" end="277"/>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22" presetSubtype="4">
                                  <p:stCondLst>
                                    <p:cond delay="0"/>
                                  </p:stCondLst>
                                  <p:childTnLst>
                                    <p:set>
                                      <p:cBhvr>
                                        <p:cTn dur="1" fill="hold" id="16">
                                          <p:stCondLst>
                                            <p:cond delay="0"/>
                                          </p:stCondLst>
                                        </p:cTn>
                                        <p:tgtEl>
                                          <p:spTgt spid="1048635">
                                            <p:txEl>
                                              <p:charRg st="277" end="451"/>
                                            </p:txEl>
                                          </p:spTgt>
                                        </p:tgtEl>
                                        <p:attrNameLst>
                                          <p:attrName>style.visibility</p:attrName>
                                        </p:attrNameLst>
                                      </p:cBhvr>
                                      <p:to>
                                        <p:strVal val="visible"/>
                                      </p:to>
                                    </p:set>
                                    <p:animEffect transition="in" filter="wipe(down)">
                                      <p:cBhvr>
                                        <p:cTn dur="500" id="17"/>
                                        <p:tgtEl>
                                          <p:spTgt spid="1048635">
                                            <p:txEl>
                                              <p:charRg st="277" end="451"/>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22" presetSubtype="4">
                                  <p:stCondLst>
                                    <p:cond delay="0"/>
                                  </p:stCondLst>
                                  <p:childTnLst>
                                    <p:set>
                                      <p:cBhvr>
                                        <p:cTn dur="1" fill="hold" id="21">
                                          <p:stCondLst>
                                            <p:cond delay="0"/>
                                          </p:stCondLst>
                                        </p:cTn>
                                        <p:tgtEl>
                                          <p:spTgt spid="1048635">
                                            <p:txEl>
                                              <p:charRg st="451" end="572"/>
                                            </p:txEl>
                                          </p:spTgt>
                                        </p:tgtEl>
                                        <p:attrNameLst>
                                          <p:attrName>style.visibility</p:attrName>
                                        </p:attrNameLst>
                                      </p:cBhvr>
                                      <p:to>
                                        <p:strVal val="visible"/>
                                      </p:to>
                                    </p:set>
                                    <p:animEffect transition="in" filter="wipe(down)">
                                      <p:cBhvr>
                                        <p:cTn dur="500" id="22"/>
                                        <p:tgtEl>
                                          <p:spTgt spid="1048635">
                                            <p:txEl>
                                              <p:charRg st="451" end="572"/>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22" presetSubtype="4">
                                  <p:stCondLst>
                                    <p:cond delay="0"/>
                                  </p:stCondLst>
                                  <p:childTnLst>
                                    <p:set>
                                      <p:cBhvr>
                                        <p:cTn dur="1" fill="hold" id="26">
                                          <p:stCondLst>
                                            <p:cond delay="0"/>
                                          </p:stCondLst>
                                        </p:cTn>
                                        <p:tgtEl>
                                          <p:spTgt spid="1048635">
                                            <p:txEl>
                                              <p:charRg st="572" end="749"/>
                                            </p:txEl>
                                          </p:spTgt>
                                        </p:tgtEl>
                                        <p:attrNameLst>
                                          <p:attrName>style.visibility</p:attrName>
                                        </p:attrNameLst>
                                      </p:cBhvr>
                                      <p:to>
                                        <p:strVal val="visible"/>
                                      </p:to>
                                    </p:set>
                                    <p:animEffect transition="in" filter="wipe(down)">
                                      <p:cBhvr>
                                        <p:cTn dur="500" id="27"/>
                                        <p:tgtEl>
                                          <p:spTgt spid="1048635">
                                            <p:txEl>
                                              <p:charRg st="572" end="7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5" grpId="0" uiExpand="0" build="p" bldLvl="1"/>
    </p:bldLst>
  </p:timing>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63" name=""/>
        <p:cNvGrpSpPr/>
        <p:nvPr/>
      </p:nvGrpSpPr>
      <p:grpSpPr>
        <a:xfrm rot="0">
          <a:off x="0" y="0"/>
          <a:ext cx="0" cy="0"/>
          <a:chOff x="0" y="0"/>
          <a:chExt cx="0" cy="0"/>
        </a:xfrm>
      </p:grpSpPr>
      <p:sp>
        <p:nvSpPr>
          <p:cNvPr id="1048637" name=""/>
          <p:cNvSpPr/>
          <p:nvPr>
            <p:ph sz="quarter" idx="4294967295"/>
          </p:nvPr>
        </p:nvSpPr>
        <p:spPr>
          <a:xfrm rot="0">
            <a:off x="609600" y="1438275"/>
            <a:ext cx="10972800" cy="46878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382587" latinLnBrk="1" lvl="0" marL="447675">
              <a:lnSpc>
                <a:spcPct val="90000"/>
              </a:lnSpc>
              <a:spcBef>
                <a:spcPts val="1800"/>
              </a:spcBef>
              <a:buFont typeface="Wingdings 2" pitchFamily="18" charset="2"/>
              <a:buChar char=""/>
            </a:pPr>
            <a:r>
              <a:rPr altLang="en-US" b="1" sz="2000" lang="en-US">
                <a:latin typeface="Times New Roman" pitchFamily="18" charset="0"/>
                <a:ea typeface="Times New Roman" pitchFamily="18" charset="0"/>
              </a:rPr>
              <a:t>Fungsi </a:t>
            </a:r>
            <a:r>
              <a:rPr altLang="en-US" b="1" sz="2000" i="1" lang="en-US">
                <a:latin typeface="Times New Roman" pitchFamily="18" charset="0"/>
                <a:ea typeface="Times New Roman" pitchFamily="18" charset="0"/>
              </a:rPr>
              <a:t>Switching</a:t>
            </a:r>
            <a:r>
              <a:rPr altLang="en-US" sz="2000" lang="en-US">
                <a:latin typeface="Times New Roman" pitchFamily="18" charset="0"/>
                <a:ea typeface="Times New Roman" pitchFamily="18" charset="0"/>
              </a:rPr>
              <a:t> Berkemampuan untuk menyambungkan dan memutuskan hubungan sementara. </a:t>
            </a:r>
            <a:r>
              <a:rPr altLang="en-US" sz="2000" i="1" lang="en-US">
                <a:latin typeface="Times New Roman" pitchFamily="18" charset="0"/>
                <a:ea typeface="Times New Roman" pitchFamily="18" charset="0"/>
              </a:rPr>
              <a:t>Softswitch </a:t>
            </a:r>
            <a:r>
              <a:rPr altLang="en-US" sz="2000" lang="en-US">
                <a:latin typeface="Times New Roman" pitchFamily="18" charset="0"/>
                <a:ea typeface="Times New Roman" pitchFamily="18" charset="0"/>
              </a:rPr>
              <a:t>mampu menghubungkan jaringan PSTN dengan jaringan IP dan juga melakukan pengaturan trafik yang berupa suara,data dan video.</a:t>
            </a:r>
          </a:p>
          <a:p>
            <a:pPr eaLnBrk="1" hangingPunct="1" indent="-382587" latinLnBrk="1" lvl="0" marL="447675">
              <a:lnSpc>
                <a:spcPct val="90000"/>
              </a:lnSpc>
              <a:spcBef>
                <a:spcPts val="1800"/>
              </a:spcBef>
              <a:buFont typeface="Wingdings 2" pitchFamily="18" charset="2"/>
              <a:buChar char=""/>
            </a:pPr>
            <a:r>
              <a:rPr altLang="en-US" b="1" sz="2000" lang="en-US">
                <a:latin typeface="Times New Roman" pitchFamily="18" charset="0"/>
                <a:ea typeface="Times New Roman" pitchFamily="18" charset="0"/>
              </a:rPr>
              <a:t>Fungsi Kontrol</a:t>
            </a:r>
            <a:r>
              <a:rPr altLang="en-US" sz="2000" lang="en-US">
                <a:latin typeface="Times New Roman" pitchFamily="18" charset="0"/>
                <a:ea typeface="Times New Roman" pitchFamily="18" charset="0"/>
              </a:rPr>
              <a:t> Fungsi kontrol bekerja berdasarkan instruksi pensinyalan yang datang dari luar atau dari data yang disimpan oleh sentral telepon itu sendiri.</a:t>
            </a:r>
          </a:p>
          <a:p>
            <a:pPr eaLnBrk="1" hangingPunct="1" indent="-382587" latinLnBrk="1" lvl="0" marL="447675">
              <a:lnSpc>
                <a:spcPct val="90000"/>
              </a:lnSpc>
              <a:spcBef>
                <a:spcPts val="1800"/>
              </a:spcBef>
              <a:buFont typeface="Wingdings 2" pitchFamily="18" charset="2"/>
              <a:buChar char=""/>
            </a:pPr>
            <a:r>
              <a:rPr altLang="en-US" b="1" sz="2000" lang="en-US">
                <a:latin typeface="Times New Roman" pitchFamily="18" charset="0"/>
                <a:ea typeface="Times New Roman" pitchFamily="18" charset="0"/>
              </a:rPr>
              <a:t>Fungsi persinyalan </a:t>
            </a:r>
            <a:r>
              <a:rPr altLang="en-US" sz="2000" lang="en-US">
                <a:latin typeface="Times New Roman" pitchFamily="18" charset="0"/>
                <a:ea typeface="Times New Roman" pitchFamily="18" charset="0"/>
              </a:rPr>
              <a:t>Mampu melakukan translasi protokol, sehingga dapat menjamin </a:t>
            </a:r>
            <a:r>
              <a:rPr altLang="en-US" sz="2000" i="1" lang="en-US">
                <a:latin typeface="Times New Roman" pitchFamily="18" charset="0"/>
                <a:ea typeface="Times New Roman" pitchFamily="18" charset="0"/>
              </a:rPr>
              <a:t>interoperability </a:t>
            </a:r>
            <a:r>
              <a:rPr altLang="en-US" sz="2000" lang="en-US">
                <a:latin typeface="Times New Roman" pitchFamily="18" charset="0"/>
                <a:ea typeface="Times New Roman" pitchFamily="18" charset="0"/>
              </a:rPr>
              <a:t>antara sistem signaling yang berbeda-beda seperti SS7, MGCP,IP, SIP, H.323 dan lain-lain</a:t>
            </a:r>
          </a:p>
          <a:p>
            <a:pPr eaLnBrk="1" hangingPunct="1" indent="-382587" latinLnBrk="1" lvl="0" marL="447675">
              <a:lnSpc>
                <a:spcPct val="90000"/>
              </a:lnSpc>
              <a:spcBef>
                <a:spcPts val="1800"/>
              </a:spcBef>
              <a:buFont typeface="Wingdings 2" pitchFamily="18" charset="2"/>
              <a:buChar char=""/>
            </a:pPr>
            <a:r>
              <a:rPr altLang="en-US" b="1" sz="2000" lang="en-US">
                <a:latin typeface="Times New Roman" pitchFamily="18" charset="0"/>
                <a:ea typeface="Times New Roman" pitchFamily="18" charset="0"/>
              </a:rPr>
              <a:t>Fungsi Interface M</a:t>
            </a:r>
            <a:r>
              <a:rPr altLang="en-US" sz="2000" lang="en-US">
                <a:latin typeface="Times New Roman" pitchFamily="18" charset="0"/>
                <a:ea typeface="Times New Roman" pitchFamily="18" charset="0"/>
              </a:rPr>
              <a:t>empunyai </a:t>
            </a:r>
            <a:r>
              <a:rPr altLang="en-US" sz="2000" i="1" lang="en-US">
                <a:latin typeface="Times New Roman" pitchFamily="18" charset="0"/>
                <a:ea typeface="Times New Roman" pitchFamily="18" charset="0"/>
              </a:rPr>
              <a:t>interface </a:t>
            </a:r>
            <a:r>
              <a:rPr altLang="en-US" sz="2000" lang="en-US">
                <a:latin typeface="Times New Roman" pitchFamily="18" charset="0"/>
                <a:ea typeface="Times New Roman" pitchFamily="18" charset="0"/>
              </a:rPr>
              <a:t>yang disebut </a:t>
            </a:r>
            <a:r>
              <a:rPr altLang="en-US" sz="2000" i="1" lang="en-US">
                <a:latin typeface="Times New Roman" pitchFamily="18" charset="0"/>
                <a:ea typeface="Times New Roman" pitchFamily="18" charset="0"/>
              </a:rPr>
              <a:t>application programming interface </a:t>
            </a:r>
            <a:r>
              <a:rPr altLang="en-US" sz="2000" lang="en-US">
                <a:latin typeface="Times New Roman" pitchFamily="18" charset="0"/>
                <a:ea typeface="Times New Roman" pitchFamily="18" charset="0"/>
              </a:rPr>
              <a:t>(API) yang membuatnya mampu untuk menambahkan atau mengembangkan </a:t>
            </a:r>
            <a:r>
              <a:rPr altLang="en-US" sz="2000" i="1" lang="en-US">
                <a:latin typeface="Times New Roman" pitchFamily="18" charset="0"/>
                <a:ea typeface="Times New Roman" pitchFamily="18" charset="0"/>
              </a:rPr>
              <a:t>server-server </a:t>
            </a:r>
            <a:r>
              <a:rPr altLang="en-US" sz="2000" lang="en-US">
                <a:latin typeface="Times New Roman" pitchFamily="18" charset="0"/>
                <a:ea typeface="Times New Roman" pitchFamily="18" charset="0"/>
              </a:rPr>
              <a:t>yang digunakan untuk menambahkan </a:t>
            </a:r>
            <a:r>
              <a:rPr altLang="en-US" sz="2000" i="1" lang="en-US">
                <a:latin typeface="Times New Roman" pitchFamily="18" charset="0"/>
                <a:ea typeface="Times New Roman" pitchFamily="18" charset="0"/>
              </a:rPr>
              <a:t>service </a:t>
            </a:r>
          </a:p>
          <a:p>
            <a:pPr eaLnBrk="1" hangingPunct="1" indent="-382587" latinLnBrk="1" lvl="0" marL="447675">
              <a:lnSpc>
                <a:spcPct val="90000"/>
              </a:lnSpc>
              <a:spcBef>
                <a:spcPts val="1200"/>
              </a:spcBef>
            </a:pPr>
            <a:br/>
            <a:endParaRPr altLang="en-US" sz="2000" lang="en-US">
              <a:latin typeface="Times New Roman" pitchFamily="18" charset="0"/>
              <a:ea typeface="Times New Roman" pitchFamily="18" charset="0"/>
            </a:endParaRPr>
          </a:p>
        </p:txBody>
      </p:sp>
      <p:sp>
        <p:nvSpPr>
          <p:cNvPr id="1048638" name=""/>
          <p:cNvSpPr/>
          <p:nvPr>
            <p:ph type="title" sz="full" idx="7"/>
          </p:nvPr>
        </p:nvSpPr>
        <p:spPr>
          <a:xfrm rot="0">
            <a:off x="609600" y="274637"/>
            <a:ext cx="10972800" cy="922337"/>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4000" lang="id-ID">
                <a:solidFill>
                  <a:srgbClr val="959599"/>
                </a:solidFill>
                <a:latin typeface="Bernard MT Condensed" pitchFamily="18" charset="0"/>
              </a:rPr>
              <a:t>FUNGSI SOFTSWITCH</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37">
                                            <p:txEl>
                                              <p:charRg st="0" end="220"/>
                                            </p:txEl>
                                          </p:spTgt>
                                        </p:tgtEl>
                                        <p:attrNameLst>
                                          <p:attrName>style.visibility</p:attrName>
                                        </p:attrNameLst>
                                      </p:cBhvr>
                                      <p:to>
                                        <p:strVal val="visible"/>
                                      </p:to>
                                    </p:set>
                                    <p:anim calcmode="lin" valueType="num">
                                      <p:cBhvr additive="base">
                                        <p:cTn dur="500" fill="hold" id="7"/>
                                        <p:tgtEl>
                                          <p:spTgt spid="1048637">
                                            <p:txEl>
                                              <p:charRg st="0" end="22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37">
                                            <p:txEl>
                                              <p:charRg st="0" end="220"/>
                                            </p:txEl>
                                          </p:spTgt>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37">
                                            <p:txEl>
                                              <p:charRg st="220" end="377"/>
                                            </p:txEl>
                                          </p:spTgt>
                                        </p:tgtEl>
                                        <p:attrNameLst>
                                          <p:attrName>style.visibility</p:attrName>
                                        </p:attrNameLst>
                                      </p:cBhvr>
                                      <p:to>
                                        <p:strVal val="visible"/>
                                      </p:to>
                                    </p:set>
                                    <p:anim calcmode="lin" valueType="num">
                                      <p:cBhvr additive="base">
                                        <p:cTn dur="500" fill="hold" id="13"/>
                                        <p:tgtEl>
                                          <p:spTgt spid="1048637">
                                            <p:txEl>
                                              <p:charRg st="220" end="377"/>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37">
                                            <p:txEl>
                                              <p:charRg st="220" end="377"/>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37">
                                            <p:txEl>
                                              <p:charRg st="377" end="562"/>
                                            </p:txEl>
                                          </p:spTgt>
                                        </p:tgtEl>
                                        <p:attrNameLst>
                                          <p:attrName>style.visibility</p:attrName>
                                        </p:attrNameLst>
                                      </p:cBhvr>
                                      <p:to>
                                        <p:strVal val="visible"/>
                                      </p:to>
                                    </p:set>
                                    <p:anim calcmode="lin" valueType="num">
                                      <p:cBhvr additive="base">
                                        <p:cTn dur="500" fill="hold" id="19"/>
                                        <p:tgtEl>
                                          <p:spTgt spid="1048637">
                                            <p:txEl>
                                              <p:charRg st="377" end="56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37">
                                            <p:txEl>
                                              <p:charRg st="377" end="56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637">
                                            <p:txEl>
                                              <p:charRg st="562" end="767"/>
                                            </p:txEl>
                                          </p:spTgt>
                                        </p:tgtEl>
                                        <p:attrNameLst>
                                          <p:attrName>style.visibility</p:attrName>
                                        </p:attrNameLst>
                                      </p:cBhvr>
                                      <p:to>
                                        <p:strVal val="visible"/>
                                      </p:to>
                                    </p:set>
                                    <p:anim calcmode="lin" valueType="num">
                                      <p:cBhvr additive="base">
                                        <p:cTn dur="500" fill="hold" id="25"/>
                                        <p:tgtEl>
                                          <p:spTgt spid="1048637">
                                            <p:txEl>
                                              <p:charRg st="562" end="767"/>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37">
                                            <p:txEl>
                                              <p:charRg st="562" end="767"/>
                                            </p:txEl>
                                          </p:spTgt>
                                        </p:tgtEl>
                                        <p:attrNameLst>
                                          <p:attrName>ppt_y</p:attrName>
                                        </p:attrNameLst>
                                      </p:cBhvr>
                                      <p:tavLst>
                                        <p:tav tm="0">
                                          <p:val>
                                            <p:strVal val="1+#ppt_h/2"/>
                                          </p:val>
                                        </p:tav>
                                        <p:tav tm="100000">
                                          <p:val>
                                            <p:strVal val="#ppt_y"/>
                                          </p:val>
                                        </p:tav>
                                      </p:tavLst>
                                    </p:anim>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2" presetSubtype="4">
                                  <p:stCondLst>
                                    <p:cond delay="0"/>
                                  </p:stCondLst>
                                  <p:childTnLst>
                                    <p:set>
                                      <p:cBhvr>
                                        <p:cTn dur="1" fill="hold" id="30">
                                          <p:stCondLst>
                                            <p:cond delay="0"/>
                                          </p:stCondLst>
                                        </p:cTn>
                                        <p:tgtEl>
                                          <p:spTgt spid="1048637">
                                            <p:txEl>
                                              <p:charRg st="767" end="769"/>
                                            </p:txEl>
                                          </p:spTgt>
                                        </p:tgtEl>
                                        <p:attrNameLst>
                                          <p:attrName>style.visibility</p:attrName>
                                        </p:attrNameLst>
                                      </p:cBhvr>
                                      <p:to>
                                        <p:strVal val="visible"/>
                                      </p:to>
                                    </p:set>
                                    <p:anim calcmode="lin" valueType="num">
                                      <p:cBhvr additive="base">
                                        <p:cTn dur="500" fill="hold" id="31"/>
                                        <p:tgtEl>
                                          <p:spTgt spid="1048637">
                                            <p:txEl>
                                              <p:charRg st="767" end="769"/>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37">
                                            <p:txEl>
                                              <p:charRg st="767" end="76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7" grpId="0" uiExpand="0" build="p" bldLvl="1"/>
    </p:bldLst>
  </p:timing>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64" name=""/>
        <p:cNvGrpSpPr/>
        <p:nvPr/>
      </p:nvGrpSpPr>
      <p:grpSpPr>
        <a:xfrm rot="0">
          <a:off x="0" y="0"/>
          <a:ext cx="0" cy="0"/>
          <a:chOff x="0" y="0"/>
          <a:chExt cx="0" cy="0"/>
        </a:xfrm>
      </p:grpSpPr>
      <p:sp>
        <p:nvSpPr>
          <p:cNvPr id="1048639" name=""/>
          <p:cNvSpPr/>
          <p:nvPr>
            <p:ph sz="quarter" idx="4294967295"/>
          </p:nvPr>
        </p:nvSpPr>
        <p:spPr>
          <a:xfrm rot="0">
            <a:off x="609600" y="1384300"/>
            <a:ext cx="5384800" cy="50434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r>
              <a:rPr altLang="en-US" b="1" sz="2000" lang="en-US">
                <a:latin typeface="Times New Roman" pitchFamily="18" charset="0"/>
                <a:ea typeface="Times New Roman" pitchFamily="18" charset="0"/>
              </a:rPr>
              <a:t>Keuntungan Softswitch</a:t>
            </a:r>
          </a:p>
          <a:p>
            <a:pPr eaLnBrk="1" hangingPunct="1" indent="0" latinLnBrk="1" lvl="0" marL="0">
              <a:buFont typeface="Wingdings 2" pitchFamily="18" charset="2"/>
              <a:buChar char=""/>
            </a:pPr>
            <a:r>
              <a:rPr altLang="en-US" b="1" sz="2000" lang="en-US">
                <a:latin typeface="Times New Roman" pitchFamily="18" charset="0"/>
                <a:ea typeface="Times New Roman" pitchFamily="18" charset="0"/>
              </a:rPr>
              <a:t>Konstruksi </a:t>
            </a:r>
            <a:r>
              <a:rPr altLang="en-US" sz="2000" lang="en-US">
                <a:latin typeface="Times New Roman" pitchFamily="18" charset="0"/>
                <a:ea typeface="Times New Roman" pitchFamily="18" charset="0"/>
              </a:rPr>
              <a:t>: jaringan dapat dibangun dengan biaya minimal, bandingkan jika kamu membangun sebuah sentral besar ??</a:t>
            </a:r>
          </a:p>
          <a:p>
            <a:pPr eaLnBrk="1" hangingPunct="1" indent="0" latinLnBrk="1" lvl="0" marL="0">
              <a:buFont typeface="Wingdings 2" pitchFamily="18" charset="2"/>
              <a:buChar char=""/>
            </a:pPr>
            <a:r>
              <a:rPr altLang="en-US" b="1" sz="2000" lang="en-US">
                <a:latin typeface="Times New Roman" pitchFamily="18" charset="0"/>
                <a:ea typeface="Times New Roman" pitchFamily="18" charset="0"/>
              </a:rPr>
              <a:t>Operasi dan pemeliharaan </a:t>
            </a:r>
            <a:r>
              <a:rPr altLang="en-US" sz="2000" lang="en-US">
                <a:latin typeface="Times New Roman" pitchFamily="18" charset="0"/>
                <a:ea typeface="Times New Roman" pitchFamily="18" charset="0"/>
              </a:rPr>
              <a:t>: biaya operasi dan pemeliharaan jaringan terpadu akan lebih ekonomis dan mudah dibanding dengan jaringan yang terpisah</a:t>
            </a:r>
          </a:p>
          <a:p>
            <a:pPr eaLnBrk="1" hangingPunct="1" indent="0" latinLnBrk="1" lvl="0" marL="0">
              <a:buFont typeface="Wingdings 2" pitchFamily="18" charset="2"/>
              <a:buChar char=""/>
            </a:pPr>
            <a:r>
              <a:rPr altLang="en-US" b="1" sz="2000" lang="en-US">
                <a:latin typeface="Times New Roman" pitchFamily="18" charset="0"/>
                <a:ea typeface="Times New Roman" pitchFamily="18" charset="0"/>
              </a:rPr>
              <a:t> Layanan </a:t>
            </a:r>
            <a:r>
              <a:rPr altLang="en-US" sz="2000" lang="en-US">
                <a:latin typeface="Times New Roman" pitchFamily="18" charset="0"/>
                <a:ea typeface="Times New Roman" pitchFamily="18" charset="0"/>
              </a:rPr>
              <a:t>: jaringan bisa memberikan layanan nilai tambah yang dapat meningkatkan daya saing perusahaan</a:t>
            </a:r>
          </a:p>
          <a:p>
            <a:pPr eaLnBrk="1" hangingPunct="1" indent="0" latinLnBrk="1" lvl="0" marL="0">
              <a:buFont typeface="Wingdings 2" pitchFamily="18" charset="2"/>
              <a:buChar char=""/>
            </a:pPr>
            <a:r>
              <a:rPr altLang="en-US" b="1" sz="2000" lang="en-US">
                <a:latin typeface="Times New Roman" pitchFamily="18" charset="0"/>
                <a:ea typeface="Times New Roman" pitchFamily="18" charset="0"/>
              </a:rPr>
              <a:t>Customer </a:t>
            </a:r>
            <a:r>
              <a:rPr altLang="en-US" sz="2000" lang="en-US">
                <a:latin typeface="Times New Roman" pitchFamily="18" charset="0"/>
                <a:ea typeface="Times New Roman" pitchFamily="18" charset="0"/>
              </a:rPr>
              <a:t>: jaringan bisa memberikan layanan yang lebih personal yang mendukung upaya pemeliharaan dan penambahan pelanggan.</a:t>
            </a:r>
          </a:p>
          <a:p>
            <a:pPr eaLnBrk="1" hangingPunct="1" indent="0" latinLnBrk="1" lvl="0" marL="0">
              <a:buFont typeface="Wingdings 2" pitchFamily="18" charset="2"/>
              <a:buChar char=""/>
            </a:pPr>
            <a:endParaRPr altLang="en-US" sz="2000" lang="en-US">
              <a:latin typeface="Times New Roman" pitchFamily="18" charset="0"/>
              <a:ea typeface="Times New Roman" pitchFamily="18" charset="0"/>
            </a:endParaRPr>
          </a:p>
        </p:txBody>
      </p:sp>
      <p:sp>
        <p:nvSpPr>
          <p:cNvPr id="1048640" name=""/>
          <p:cNvSpPr/>
          <p:nvPr>
            <p:ph sz="quarter" idx="4294967295"/>
          </p:nvPr>
        </p:nvSpPr>
        <p:spPr>
          <a:xfrm rot="0">
            <a:off x="6197600" y="1384300"/>
            <a:ext cx="5384800" cy="5043487"/>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lnSpc>
                <a:spcPct val="150000"/>
              </a:lnSpc>
              <a:spcBef>
                <a:spcPct val="0"/>
              </a:spcBef>
            </a:pPr>
            <a:r>
              <a:rPr altLang="en-US" b="1" sz="2000" lang="en-US">
                <a:latin typeface="Times New Roman" pitchFamily="18" charset="0"/>
                <a:ea typeface="Times New Roman" pitchFamily="18" charset="0"/>
              </a:rPr>
              <a:t>Kelemahan Softswitch</a:t>
            </a:r>
          </a:p>
          <a:p>
            <a:pPr eaLnBrk="1" hangingPunct="1" indent="0" latinLnBrk="1" lvl="0" marL="0">
              <a:lnSpc>
                <a:spcPct val="150000"/>
              </a:lnSpc>
              <a:spcBef>
                <a:spcPct val="0"/>
              </a:spcBef>
              <a:buFont typeface="Wingdings 2" pitchFamily="18" charset="2"/>
              <a:buChar char=""/>
            </a:pPr>
            <a:r>
              <a:rPr altLang="en-US" sz="2000" lang="en-US">
                <a:latin typeface="Times New Roman" pitchFamily="18" charset="0"/>
                <a:ea typeface="Times New Roman" pitchFamily="18" charset="0"/>
              </a:rPr>
              <a:t>Tergantung pada satu vendor, karena perangkat yang digunakan bersifat prepritary.</a:t>
            </a:r>
          </a:p>
          <a:p>
            <a:pPr eaLnBrk="1" hangingPunct="1" indent="0" latinLnBrk="1" lvl="0" marL="0">
              <a:lnSpc>
                <a:spcPct val="150000"/>
              </a:lnSpc>
              <a:spcBef>
                <a:spcPct val="0"/>
              </a:spcBef>
              <a:buFont typeface="Wingdings 2" pitchFamily="18" charset="2"/>
              <a:buChar char=""/>
            </a:pPr>
            <a:r>
              <a:rPr altLang="en-US" sz="2000" lang="en-US">
                <a:latin typeface="Times New Roman" pitchFamily="18" charset="0"/>
                <a:ea typeface="Times New Roman" pitchFamily="18" charset="0"/>
              </a:rPr>
              <a:t>Investasi yang sangat tinggi.</a:t>
            </a:r>
          </a:p>
          <a:p>
            <a:pPr eaLnBrk="1" hangingPunct="1" indent="0" latinLnBrk="1" lvl="0" marL="0">
              <a:lnSpc>
                <a:spcPct val="150000"/>
              </a:lnSpc>
              <a:spcBef>
                <a:spcPct val="0"/>
              </a:spcBef>
              <a:buFont typeface="Wingdings 2" pitchFamily="18" charset="2"/>
              <a:buChar char=""/>
            </a:pPr>
            <a:r>
              <a:rPr altLang="en-US" sz="2000" lang="en-US">
                <a:latin typeface="Times New Roman" pitchFamily="18" charset="0"/>
                <a:ea typeface="Times New Roman" pitchFamily="18" charset="0"/>
              </a:rPr>
              <a:t>Adanya fungsi kontrol, fungsi layanan dan fungsi network melekat dalam sirkit switch, sehingga operator sulit melakukan pengembangan dan diversivikasi layanan.</a:t>
            </a:r>
          </a:p>
          <a:p>
            <a:pPr eaLnBrk="1" hangingPunct="1" indent="0" latinLnBrk="1" lvl="0" marL="0">
              <a:buFont typeface="Wingdings 2" pitchFamily="18" charset="2"/>
              <a:buChar char=""/>
            </a:pPr>
            <a:endParaRPr altLang="en-US" sz="2000" lang="en-US"/>
          </a:p>
        </p:txBody>
      </p:sp>
      <p:sp>
        <p:nvSpPr>
          <p:cNvPr id="1048641" name=""/>
          <p:cNvSpPr/>
          <p:nvPr>
            <p:ph type="title" sz="full" idx="4294967295"/>
          </p:nvPr>
        </p:nvSpPr>
        <p:spPr>
          <a:xfrm rot="0">
            <a:off x="609600" y="274637"/>
            <a:ext cx="10972800" cy="895350"/>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r>
              <a:rPr altLang="en-US" sz="4000" lang="id-ID">
                <a:solidFill>
                  <a:srgbClr val="959599"/>
                </a:solidFill>
                <a:latin typeface="Bernard MT Condensed" pitchFamily="18" charset="0"/>
              </a:rPr>
              <a:t>KEUNTUNGAN &amp; KELEMAHAN SOFTSWITCH </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39">
                                            <p:txEl>
                                              <p:charRg st="0" end="22"/>
                                            </p:txEl>
                                          </p:spTgt>
                                        </p:tgtEl>
                                        <p:attrNameLst>
                                          <p:attrName>style.visibility</p:attrName>
                                        </p:attrNameLst>
                                      </p:cBhvr>
                                      <p:to>
                                        <p:strVal val="visible"/>
                                      </p:to>
                                    </p:set>
                                    <p:anim calcmode="lin" valueType="num">
                                      <p:cBhvr additive="base">
                                        <p:cTn dur="500" fill="hold" id="7"/>
                                        <p:tgtEl>
                                          <p:spTgt spid="1048639">
                                            <p:txEl>
                                              <p:charRg st="0" end="22"/>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39">
                                            <p:txEl>
                                              <p:charRg st="0" end="22"/>
                                            </p:txEl>
                                          </p:spTgt>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39">
                                            <p:txEl>
                                              <p:charRg st="22" end="136"/>
                                            </p:txEl>
                                          </p:spTgt>
                                        </p:tgtEl>
                                        <p:attrNameLst>
                                          <p:attrName>style.visibility</p:attrName>
                                        </p:attrNameLst>
                                      </p:cBhvr>
                                      <p:to>
                                        <p:strVal val="visible"/>
                                      </p:to>
                                    </p:set>
                                    <p:anim calcmode="lin" valueType="num">
                                      <p:cBhvr additive="base">
                                        <p:cTn dur="500" fill="hold" id="13"/>
                                        <p:tgtEl>
                                          <p:spTgt spid="1048639">
                                            <p:txEl>
                                              <p:charRg st="22" end="136"/>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39">
                                            <p:txEl>
                                              <p:charRg st="22" end="136"/>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39">
                                            <p:txEl>
                                              <p:charRg st="136" end="281"/>
                                            </p:txEl>
                                          </p:spTgt>
                                        </p:tgtEl>
                                        <p:attrNameLst>
                                          <p:attrName>style.visibility</p:attrName>
                                        </p:attrNameLst>
                                      </p:cBhvr>
                                      <p:to>
                                        <p:strVal val="visible"/>
                                      </p:to>
                                    </p:set>
                                    <p:anim calcmode="lin" valueType="num">
                                      <p:cBhvr additive="base">
                                        <p:cTn dur="500" fill="hold" id="19"/>
                                        <p:tgtEl>
                                          <p:spTgt spid="1048639">
                                            <p:txEl>
                                              <p:charRg st="136" end="28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39">
                                            <p:txEl>
                                              <p:charRg st="136" end="28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639">
                                            <p:txEl>
                                              <p:charRg st="281" end="384"/>
                                            </p:txEl>
                                          </p:spTgt>
                                        </p:tgtEl>
                                        <p:attrNameLst>
                                          <p:attrName>style.visibility</p:attrName>
                                        </p:attrNameLst>
                                      </p:cBhvr>
                                      <p:to>
                                        <p:strVal val="visible"/>
                                      </p:to>
                                    </p:set>
                                    <p:anim calcmode="lin" valueType="num">
                                      <p:cBhvr additive="base">
                                        <p:cTn dur="500" fill="hold" id="25"/>
                                        <p:tgtEl>
                                          <p:spTgt spid="1048639">
                                            <p:txEl>
                                              <p:charRg st="281" end="38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39">
                                            <p:txEl>
                                              <p:charRg st="281" end="38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2" presetSubtype="4">
                                  <p:stCondLst>
                                    <p:cond delay="0"/>
                                  </p:stCondLst>
                                  <p:childTnLst>
                                    <p:set>
                                      <p:cBhvr>
                                        <p:cTn dur="1" fill="hold" id="30">
                                          <p:stCondLst>
                                            <p:cond delay="0"/>
                                          </p:stCondLst>
                                        </p:cTn>
                                        <p:tgtEl>
                                          <p:spTgt spid="1048639">
                                            <p:txEl>
                                              <p:charRg st="384" end="508"/>
                                            </p:txEl>
                                          </p:spTgt>
                                        </p:tgtEl>
                                        <p:attrNameLst>
                                          <p:attrName>style.visibility</p:attrName>
                                        </p:attrNameLst>
                                      </p:cBhvr>
                                      <p:to>
                                        <p:strVal val="visible"/>
                                      </p:to>
                                    </p:set>
                                    <p:anim calcmode="lin" valueType="num">
                                      <p:cBhvr additive="base">
                                        <p:cTn dur="500" fill="hold" id="31"/>
                                        <p:tgtEl>
                                          <p:spTgt spid="1048639">
                                            <p:txEl>
                                              <p:charRg st="384" end="508"/>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39">
                                            <p:txEl>
                                              <p:charRg st="384" end="508"/>
                                            </p:txEl>
                                          </p:spTgt>
                                        </p:tgtEl>
                                        <p:attrNameLst>
                                          <p:attrName>ppt_y</p:attrName>
                                        </p:attrNameLst>
                                      </p:cBhvr>
                                      <p:tavLst>
                                        <p:tav tm="0">
                                          <p:val>
                                            <p:strVal val="1+#ppt_h/2"/>
                                          </p:val>
                                        </p:tav>
                                        <p:tav tm="100000">
                                          <p:val>
                                            <p:strVal val="#ppt_y"/>
                                          </p:val>
                                        </p:tav>
                                      </p:tavLst>
                                    </p:anim>
                                  </p:childTnLst>
                                </p:cTn>
                              </p:par>
                            </p:childTnLst>
                          </p:cTn>
                        </p:par>
                      </p:childTnLst>
                    </p:cTn>
                  </p:par>
                  <p:par>
                    <p:cTn fill="hold" id="33" nodeType="clickPar">
                      <p:stCondLst>
                        <p:cond delay="indefinite"/>
                      </p:stCondLst>
                      <p:childTnLst>
                        <p:par>
                          <p:cTn fill="hold" id="34" nodeType="withGroup">
                            <p:stCondLst>
                              <p:cond delay="0"/>
                            </p:stCondLst>
                            <p:childTnLst>
                              <p:par>
                                <p:cTn fill="hold" grpId="0" id="35" nodeType="clickEffect" presetClass="entr" presetID="2" presetSubtype="4">
                                  <p:stCondLst>
                                    <p:cond delay="0"/>
                                  </p:stCondLst>
                                  <p:childTnLst>
                                    <p:set>
                                      <p:cBhvr>
                                        <p:cTn dur="1" fill="hold" id="36">
                                          <p:stCondLst>
                                            <p:cond delay="0"/>
                                          </p:stCondLst>
                                        </p:cTn>
                                        <p:tgtEl>
                                          <p:spTgt spid="1048640">
                                            <p:txEl>
                                              <p:charRg st="0" end="21"/>
                                            </p:txEl>
                                          </p:spTgt>
                                        </p:tgtEl>
                                        <p:attrNameLst>
                                          <p:attrName>style.visibility</p:attrName>
                                        </p:attrNameLst>
                                      </p:cBhvr>
                                      <p:to>
                                        <p:strVal val="visible"/>
                                      </p:to>
                                    </p:set>
                                    <p:anim calcmode="lin" valueType="num">
                                      <p:cBhvr additive="base">
                                        <p:cTn dur="500" fill="hold" id="37"/>
                                        <p:tgtEl>
                                          <p:spTgt spid="1048640">
                                            <p:txEl>
                                              <p:charRg st="0" end="21"/>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640">
                                            <p:txEl>
                                              <p:charRg st="0" end="21"/>
                                            </p:txEl>
                                          </p:spTgt>
                                        </p:tgtEl>
                                        <p:attrNameLst>
                                          <p:attrName>ppt_y</p:attrName>
                                        </p:attrNameLst>
                                      </p:cBhvr>
                                      <p:tavLst>
                                        <p:tav tm="0">
                                          <p:val>
                                            <p:strVal val="1+#ppt_h/2"/>
                                          </p:val>
                                        </p:tav>
                                        <p:tav tm="100000">
                                          <p:val>
                                            <p:strVal val="#ppt_y"/>
                                          </p:val>
                                        </p:tav>
                                      </p:tavLst>
                                    </p:anim>
                                  </p:childTnLst>
                                </p:cTn>
                              </p:par>
                            </p:childTnLst>
                          </p:cTn>
                        </p:par>
                      </p:childTnLst>
                    </p:cTn>
                  </p:par>
                  <p:par>
                    <p:cTn fill="hold" id="39" nodeType="clickPar">
                      <p:stCondLst>
                        <p:cond delay="indefinite"/>
                      </p:stCondLst>
                      <p:childTnLst>
                        <p:par>
                          <p:cTn fill="hold" id="40" nodeType="withGroup">
                            <p:stCondLst>
                              <p:cond delay="0"/>
                            </p:stCondLst>
                            <p:childTnLst>
                              <p:par>
                                <p:cTn fill="hold" grpId="0" id="41" nodeType="clickEffect" presetClass="entr" presetID="2" presetSubtype="4">
                                  <p:stCondLst>
                                    <p:cond delay="0"/>
                                  </p:stCondLst>
                                  <p:childTnLst>
                                    <p:set>
                                      <p:cBhvr>
                                        <p:cTn dur="1" fill="hold" id="42">
                                          <p:stCondLst>
                                            <p:cond delay="0"/>
                                          </p:stCondLst>
                                        </p:cTn>
                                        <p:tgtEl>
                                          <p:spTgt spid="1048640">
                                            <p:txEl>
                                              <p:charRg st="21" end="103"/>
                                            </p:txEl>
                                          </p:spTgt>
                                        </p:tgtEl>
                                        <p:attrNameLst>
                                          <p:attrName>style.visibility</p:attrName>
                                        </p:attrNameLst>
                                      </p:cBhvr>
                                      <p:to>
                                        <p:strVal val="visible"/>
                                      </p:to>
                                    </p:set>
                                    <p:anim calcmode="lin" valueType="num">
                                      <p:cBhvr additive="base">
                                        <p:cTn dur="500" fill="hold" id="43"/>
                                        <p:tgtEl>
                                          <p:spTgt spid="1048640">
                                            <p:txEl>
                                              <p:charRg st="21" end="103"/>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640">
                                            <p:txEl>
                                              <p:charRg st="21" end="103"/>
                                            </p:txEl>
                                          </p:spTgt>
                                        </p:tgtEl>
                                        <p:attrNameLst>
                                          <p:attrName>ppt_y</p:attrName>
                                        </p:attrNameLst>
                                      </p:cBhvr>
                                      <p:tavLst>
                                        <p:tav tm="0">
                                          <p:val>
                                            <p:strVal val="1+#ppt_h/2"/>
                                          </p:val>
                                        </p:tav>
                                        <p:tav tm="100000">
                                          <p:val>
                                            <p:strVal val="#ppt_y"/>
                                          </p:val>
                                        </p:tav>
                                      </p:tavLst>
                                    </p:anim>
                                  </p:childTnLst>
                                </p:cTn>
                              </p:par>
                            </p:childTnLst>
                          </p:cTn>
                        </p:par>
                      </p:childTnLst>
                    </p:cTn>
                  </p:par>
                  <p:par>
                    <p:cTn fill="hold" id="45" nodeType="clickPar">
                      <p:stCondLst>
                        <p:cond delay="indefinite"/>
                      </p:stCondLst>
                      <p:childTnLst>
                        <p:par>
                          <p:cTn fill="hold" id="46" nodeType="withGroup">
                            <p:stCondLst>
                              <p:cond delay="0"/>
                            </p:stCondLst>
                            <p:childTnLst>
                              <p:par>
                                <p:cTn fill="hold" grpId="0" id="47" nodeType="clickEffect" presetClass="entr" presetID="2" presetSubtype="4">
                                  <p:stCondLst>
                                    <p:cond delay="0"/>
                                  </p:stCondLst>
                                  <p:childTnLst>
                                    <p:set>
                                      <p:cBhvr>
                                        <p:cTn dur="1" fill="hold" id="48">
                                          <p:stCondLst>
                                            <p:cond delay="0"/>
                                          </p:stCondLst>
                                        </p:cTn>
                                        <p:tgtEl>
                                          <p:spTgt spid="1048640">
                                            <p:txEl>
                                              <p:charRg st="103" end="133"/>
                                            </p:txEl>
                                          </p:spTgt>
                                        </p:tgtEl>
                                        <p:attrNameLst>
                                          <p:attrName>style.visibility</p:attrName>
                                        </p:attrNameLst>
                                      </p:cBhvr>
                                      <p:to>
                                        <p:strVal val="visible"/>
                                      </p:to>
                                    </p:set>
                                    <p:anim calcmode="lin" valueType="num">
                                      <p:cBhvr additive="base">
                                        <p:cTn dur="500" fill="hold" id="49"/>
                                        <p:tgtEl>
                                          <p:spTgt spid="1048640">
                                            <p:txEl>
                                              <p:charRg st="103" end="133"/>
                                            </p:txEl>
                                          </p:spTgt>
                                        </p:tgtEl>
                                        <p:attrNameLst>
                                          <p:attrName>ppt_x</p:attrName>
                                        </p:attrNameLst>
                                      </p:cBhvr>
                                      <p:tavLst>
                                        <p:tav tm="0">
                                          <p:val>
                                            <p:strVal val="#ppt_x"/>
                                          </p:val>
                                        </p:tav>
                                        <p:tav tm="100000">
                                          <p:val>
                                            <p:strVal val="#ppt_x"/>
                                          </p:val>
                                        </p:tav>
                                      </p:tavLst>
                                    </p:anim>
                                    <p:anim calcmode="lin" valueType="num">
                                      <p:cBhvr additive="base">
                                        <p:cTn dur="500" fill="hold" id="50"/>
                                        <p:tgtEl>
                                          <p:spTgt spid="1048640">
                                            <p:txEl>
                                              <p:charRg st="103" end="133"/>
                                            </p:txEl>
                                          </p:spTgt>
                                        </p:tgtEl>
                                        <p:attrNameLst>
                                          <p:attrName>ppt_y</p:attrName>
                                        </p:attrNameLst>
                                      </p:cBhvr>
                                      <p:tavLst>
                                        <p:tav tm="0">
                                          <p:val>
                                            <p:strVal val="1+#ppt_h/2"/>
                                          </p:val>
                                        </p:tav>
                                        <p:tav tm="100000">
                                          <p:val>
                                            <p:strVal val="#ppt_y"/>
                                          </p:val>
                                        </p:tav>
                                      </p:tavLst>
                                    </p:anim>
                                  </p:childTnLst>
                                </p:cTn>
                              </p:par>
                            </p:childTnLst>
                          </p:cTn>
                        </p:par>
                      </p:childTnLst>
                    </p:cTn>
                  </p:par>
                  <p:par>
                    <p:cTn fill="hold" id="51" nodeType="clickPar">
                      <p:stCondLst>
                        <p:cond delay="indefinite"/>
                      </p:stCondLst>
                      <p:childTnLst>
                        <p:par>
                          <p:cTn fill="hold" id="52" nodeType="withGroup">
                            <p:stCondLst>
                              <p:cond delay="0"/>
                            </p:stCondLst>
                            <p:childTnLst>
                              <p:par>
                                <p:cTn fill="hold" grpId="0" id="53" nodeType="clickEffect" presetClass="entr" presetID="2" presetSubtype="4">
                                  <p:stCondLst>
                                    <p:cond delay="0"/>
                                  </p:stCondLst>
                                  <p:childTnLst>
                                    <p:set>
                                      <p:cBhvr>
                                        <p:cTn dur="1" fill="hold" id="54">
                                          <p:stCondLst>
                                            <p:cond delay="0"/>
                                          </p:stCondLst>
                                        </p:cTn>
                                        <p:tgtEl>
                                          <p:spTgt spid="1048640">
                                            <p:txEl>
                                              <p:charRg st="133" end="293"/>
                                            </p:txEl>
                                          </p:spTgt>
                                        </p:tgtEl>
                                        <p:attrNameLst>
                                          <p:attrName>style.visibility</p:attrName>
                                        </p:attrNameLst>
                                      </p:cBhvr>
                                      <p:to>
                                        <p:strVal val="visible"/>
                                      </p:to>
                                    </p:set>
                                    <p:anim calcmode="lin" valueType="num">
                                      <p:cBhvr additive="base">
                                        <p:cTn dur="500" fill="hold" id="55"/>
                                        <p:tgtEl>
                                          <p:spTgt spid="1048640">
                                            <p:txEl>
                                              <p:charRg st="133" end="293"/>
                                            </p:txEl>
                                          </p:spTgt>
                                        </p:tgtEl>
                                        <p:attrNameLst>
                                          <p:attrName>ppt_x</p:attrName>
                                        </p:attrNameLst>
                                      </p:cBhvr>
                                      <p:tavLst>
                                        <p:tav tm="0">
                                          <p:val>
                                            <p:strVal val="#ppt_x"/>
                                          </p:val>
                                        </p:tav>
                                        <p:tav tm="100000">
                                          <p:val>
                                            <p:strVal val="#ppt_x"/>
                                          </p:val>
                                        </p:tav>
                                      </p:tavLst>
                                    </p:anim>
                                    <p:anim calcmode="lin" valueType="num">
                                      <p:cBhvr additive="base">
                                        <p:cTn dur="500" fill="hold" id="56"/>
                                        <p:tgtEl>
                                          <p:spTgt spid="1048640">
                                            <p:txEl>
                                              <p:charRg st="133" end="29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9" grpId="0" uiExpand="0" build="p" bldLvl="1"/>
      <p:bldP spid="1048640" grpId="0" uiExpand="0" build="p" bldLvl="1"/>
    </p:bldLst>
  </p:timing>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65" name=""/>
        <p:cNvGrpSpPr/>
        <p:nvPr/>
      </p:nvGrpSpPr>
      <p:grpSpPr>
        <a:xfrm rot="0">
          <a:off x="0" y="0"/>
          <a:ext cx="0" cy="0"/>
          <a:chOff x="0" y="0"/>
          <a:chExt cx="0" cy="0"/>
        </a:xfrm>
      </p:grpSpPr>
      <p:sp>
        <p:nvSpPr>
          <p:cNvPr id="1048642" name=""/>
          <p:cNvSpPr/>
          <p:nvPr>
            <p:ph sz="quarter" idx="4294967295"/>
          </p:nvPr>
        </p:nvSpPr>
        <p:spPr>
          <a:xfrm rot="0">
            <a:off x="444500" y="806450"/>
            <a:ext cx="11349038" cy="566102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spcBef>
                <a:spcPct val="0"/>
              </a:spcBef>
            </a:pPr>
            <a:r>
              <a:rPr altLang="en-US" b="1" sz="1800" lang="en-US">
                <a:latin typeface="Times New Roman" pitchFamily="18" charset="0"/>
                <a:ea typeface="Times New Roman" pitchFamily="18" charset="0"/>
              </a:rPr>
              <a:t>Protokol pengontrol panggilan</a:t>
            </a:r>
          </a:p>
          <a:p>
            <a:pPr eaLnBrk="1" hangingPunct="1" indent="0" latinLnBrk="1" lvl="0" marL="0">
              <a:spcBef>
                <a:spcPct val="0"/>
              </a:spcBef>
            </a:pPr>
            <a:r>
              <a:rPr altLang="en-US"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 H.323 merupakan Protokol</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umbrella yang direkomendasikan oleh itu – T,dimana spesifikasi dan prosedurnya ditujukan untuk komunikasi multimedia pada jaringan</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hlinkClick r:id="rId1"/>
              </a:rPr>
              <a:t>IP.</a:t>
            </a:r>
          </a:p>
          <a:p>
            <a:pPr eaLnBrk="1" hangingPunct="1" indent="0" latinLnBrk="1" lvl="0" marL="0">
              <a:spcBef>
                <a:spcPct val="0"/>
              </a:spcBef>
            </a:pPr>
            <a:r>
              <a:rPr altLang="en-US" sz="1800" lang="en-US">
                <a:latin typeface="Times New Roman" pitchFamily="18" charset="0"/>
                <a:ea typeface="Times New Roman" pitchFamily="18" charset="0"/>
                <a:hlinkClick r:id="rId1"/>
              </a:rPr>
              <a:t>·         Session Initiation Protocol (SIP) adalah protokol pada layer aplikasi yang dapat membangun, memodifikasi, dan mengakhiri sesi komunikasi multimedia pada jaringan IP, yaitu dalam hal mengirim dan menerima message.</a:t>
            </a:r>
          </a:p>
          <a:p>
            <a:pPr eaLnBrk="1" hangingPunct="1" indent="0" latinLnBrk="1" lvl="0" marL="0">
              <a:spcBef>
                <a:spcPct val="0"/>
              </a:spcBef>
            </a:pPr>
            <a:r>
              <a:rPr altLang="en-US" sz="1800" lang="en-US">
                <a:latin typeface="Times New Roman" pitchFamily="18" charset="0"/>
                <a:ea typeface="Times New Roman" pitchFamily="18" charset="0"/>
                <a:hlinkClick r:id="rId1"/>
              </a:rPr>
              <a:t>·         SIP for Telephony (SIP-T) merupakan protokol</a:t>
            </a:r>
            <a:r>
              <a:rPr altLang="en-US" sz="1800" lang="en-US">
                <a:latin typeface="Times New Roman" pitchFamily="18" charset="0"/>
                <a:ea typeface="Times New Roman" pitchFamily="18" charset="0"/>
              </a:rPr>
              <a:t> standar SIP yang dikenal sebagai pembawa payload untuk mentransportasikan pesan ISUP PSTN.</a:t>
            </a:r>
          </a:p>
          <a:p>
            <a:pPr eaLnBrk="1" hangingPunct="1" indent="0" latinLnBrk="1" lvl="0" marL="0">
              <a:spcBef>
                <a:spcPct val="0"/>
              </a:spcBef>
            </a:pPr>
            <a:r>
              <a:rPr altLang="en-US" b="1" sz="1800" lang="en-US">
                <a:latin typeface="Times New Roman" pitchFamily="18" charset="0"/>
                <a:ea typeface="Times New Roman" pitchFamily="18" charset="0"/>
              </a:rPr>
              <a:t>Protokol pengontrol Media Gateway</a:t>
            </a:r>
          </a:p>
          <a:p>
            <a:pPr eaLnBrk="1" hangingPunct="1" indent="0" latinLnBrk="1" lvl="0" marL="0">
              <a:spcBef>
                <a:spcPct val="0"/>
              </a:spcBef>
            </a:pPr>
            <a:r>
              <a:rPr altLang="en-US" sz="1800" lang="en-US">
                <a:latin typeface="Times New Roman" pitchFamily="18" charset="0"/>
                <a:ea typeface="Times New Roman" pitchFamily="18" charset="0"/>
              </a:rPr>
              <a:t>·         Media Gateway Control Protocol (MGCP) merupakan</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hlinkClick r:id="rId2"/>
              </a:rPr>
              <a:t>protokol</a:t>
            </a:r>
            <a:r>
              <a:rPr altLang="en-US" sz="1800" lang="en-US">
                <a:latin typeface="Times New Roman" pitchFamily="18" charset="0"/>
                <a:ea typeface="Times New Roman" pitchFamily="18" charset="0"/>
              </a:rPr>
              <a:t> komunikasi antara MGC dan MG. Dengan menggunakan </a:t>
            </a:r>
            <a:r>
              <a:rPr altLang="en-US" sz="1800" lang="en-US">
                <a:latin typeface="Times New Roman" pitchFamily="18" charset="0"/>
                <a:ea typeface="Times New Roman" pitchFamily="18" charset="0"/>
                <a:hlinkClick r:id="rId3"/>
              </a:rPr>
              <a:t>protokol</a:t>
            </a:r>
            <a:r>
              <a:rPr altLang="en-US" sz="1800" lang="en-US">
                <a:latin typeface="Times New Roman" pitchFamily="18" charset="0"/>
                <a:ea typeface="Times New Roman" pitchFamily="18" charset="0"/>
              </a:rPr>
              <a:t> master atau slave ini, MG dapat mengeksekusi command yang dikirim oleh MGC.</a:t>
            </a:r>
          </a:p>
          <a:p>
            <a:pPr eaLnBrk="1" hangingPunct="1" indent="0" latinLnBrk="1" lvl="0" marL="0">
              <a:spcBef>
                <a:spcPct val="0"/>
              </a:spcBef>
            </a:pPr>
            <a:r>
              <a:rPr altLang="en-US"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M</a:t>
            </a:r>
            <a:r>
              <a:rPr altLang="en-US" sz="1800" lang="id-ID">
                <a:latin typeface="Times New Roman" pitchFamily="18" charset="0"/>
                <a:ea typeface="Times New Roman" pitchFamily="18" charset="0"/>
              </a:rPr>
              <a:t>e</a:t>
            </a:r>
            <a:r>
              <a:rPr altLang="en-US" sz="1800" lang="en-US">
                <a:latin typeface="Times New Roman" pitchFamily="18" charset="0"/>
                <a:ea typeface="Times New Roman" pitchFamily="18" charset="0"/>
              </a:rPr>
              <a:t>dia G</a:t>
            </a:r>
            <a:r>
              <a:rPr altLang="en-US" sz="1800" lang="id-ID">
                <a:latin typeface="Times New Roman" pitchFamily="18" charset="0"/>
                <a:ea typeface="Times New Roman" pitchFamily="18" charset="0"/>
              </a:rPr>
              <a:t>a</a:t>
            </a:r>
            <a:r>
              <a:rPr altLang="en-US" sz="1800" lang="en-US">
                <a:latin typeface="Times New Roman" pitchFamily="18" charset="0"/>
                <a:ea typeface="Times New Roman" pitchFamily="18" charset="0"/>
              </a:rPr>
              <a:t>teway C</a:t>
            </a:r>
            <a:r>
              <a:rPr altLang="en-US" sz="1800" lang="id-ID">
                <a:latin typeface="Times New Roman" pitchFamily="18" charset="0"/>
                <a:ea typeface="Times New Roman" pitchFamily="18" charset="0"/>
              </a:rPr>
              <a:t>o</a:t>
            </a:r>
            <a:r>
              <a:rPr altLang="en-US" sz="1800" lang="en-US">
                <a:latin typeface="Times New Roman" pitchFamily="18" charset="0"/>
                <a:ea typeface="Times New Roman" pitchFamily="18" charset="0"/>
              </a:rPr>
              <a:t>ntrol </a:t>
            </a:r>
            <a:r>
              <a:rPr altLang="en-US" sz="1800" lang="en-US">
                <a:latin typeface="Times New Roman" pitchFamily="18" charset="0"/>
                <a:ea typeface="Times New Roman" pitchFamily="18" charset="0"/>
              </a:rPr>
              <a:t>protocol (MEGACO atau  H.248) Megaco merupakan</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protokol</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yang didefinisikan oleh </a:t>
            </a:r>
            <a:r>
              <a:rPr altLang="en-US" b="1" sz="1800" lang="en-US">
                <a:latin typeface="Times New Roman" pitchFamily="18" charset="0"/>
                <a:ea typeface="Times New Roman" pitchFamily="18" charset="0"/>
                <a:hlinkClick r:id="rId4"/>
              </a:rPr>
              <a:t>IETF</a:t>
            </a:r>
            <a:r>
              <a:rPr altLang="en-US" sz="1800" lang="en-US">
                <a:latin typeface="Times New Roman" pitchFamily="18" charset="0"/>
                <a:ea typeface="Times New Roman" pitchFamily="18" charset="0"/>
              </a:rPr>
              <a:t> dan ITU-T (direkomendasikan oleh ITU-T sebagai H.248). </a:t>
            </a:r>
          </a:p>
          <a:p>
            <a:pPr eaLnBrk="1" hangingPunct="1" indent="0" latinLnBrk="1" lvl="0" marL="0">
              <a:spcBef>
                <a:spcPct val="0"/>
              </a:spcBef>
            </a:pPr>
            <a:r>
              <a:rPr altLang="en-US" b="1" sz="1800" lang="en-US">
                <a:latin typeface="Times New Roman" pitchFamily="18" charset="0"/>
                <a:ea typeface="Times New Roman" pitchFamily="18" charset="0"/>
              </a:rPr>
              <a:t>Protokol transport</a:t>
            </a:r>
          </a:p>
          <a:p>
            <a:pPr eaLnBrk="1" hangingPunct="1" indent="0" latinLnBrk="1" lvl="0" marL="0">
              <a:spcBef>
                <a:spcPct val="0"/>
              </a:spcBef>
            </a:pPr>
            <a:r>
              <a:rPr altLang="en-US" sz="1800" lang="en-US">
                <a:latin typeface="Times New Roman" pitchFamily="18" charset="0"/>
                <a:ea typeface="Times New Roman" pitchFamily="18" charset="0"/>
                <a:hlinkClick r:id="rId5"/>
              </a:rPr>
              <a:t>·         Real-time Transport Protocol (RTP) menyediakan fungsi transportasi jaringan end-to-end yang sesuai untuk aplikasi pengiriman data real time, seperti suara atau </a:t>
            </a:r>
            <a:r>
              <a:rPr altLang="en-US" b="1" sz="1800" lang="en-US">
                <a:latin typeface="Times New Roman" pitchFamily="18" charset="0"/>
                <a:ea typeface="Times New Roman" pitchFamily="18" charset="0"/>
                <a:hlinkClick r:id="rId5"/>
              </a:rPr>
              <a:t>video</a:t>
            </a:r>
            <a:r>
              <a:rPr altLang="en-US" sz="1800" lang="en-US">
                <a:latin typeface="Times New Roman" pitchFamily="18" charset="0"/>
                <a:ea typeface="Times New Roman" pitchFamily="18" charset="0"/>
              </a:rPr>
              <a:t> lewat layanan jaringan</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multicast atau unicast.</a:t>
            </a:r>
          </a:p>
          <a:p>
            <a:pPr eaLnBrk="1" hangingPunct="1" indent="0" latinLnBrk="1" lvl="0" marL="0">
              <a:spcBef>
                <a:spcPct val="0"/>
              </a:spcBef>
            </a:pPr>
            <a:r>
              <a:rPr altLang="en-US" sz="1800" lang="en-US">
                <a:latin typeface="Times New Roman" pitchFamily="18" charset="0"/>
                <a:ea typeface="Times New Roman" pitchFamily="18" charset="0"/>
              </a:rPr>
              <a:t>·         Real-Time Control Protocol (RTCP) merupakan bagian dari RTP, yang menyediakan feedback kualitas</a:t>
            </a:r>
            <a:r>
              <a:rPr altLang="en-US" b="1" sz="1800" lang="en-US">
                <a:latin typeface="Times New Roman" pitchFamily="18" charset="0"/>
                <a:ea typeface="Times New Roman" pitchFamily="18" charset="0"/>
              </a:rPr>
              <a:t> </a:t>
            </a:r>
            <a:r>
              <a:rPr altLang="en-US" sz="1800" lang="en-US">
                <a:latin typeface="Times New Roman" pitchFamily="18" charset="0"/>
                <a:ea typeface="Times New Roman" pitchFamily="18" charset="0"/>
              </a:rPr>
              <a:t>jaringan untuk pengirim RTP.</a:t>
            </a:r>
          </a:p>
          <a:p>
            <a:pPr eaLnBrk="1" hangingPunct="1" indent="0" latinLnBrk="1" lvl="0" marL="0">
              <a:spcBef>
                <a:spcPct val="0"/>
              </a:spcBef>
            </a:pPr>
            <a:r>
              <a:rPr altLang="en-US" b="1" sz="1800" lang="en-US">
                <a:latin typeface="Times New Roman" pitchFamily="18" charset="0"/>
                <a:ea typeface="Times New Roman" pitchFamily="18" charset="0"/>
              </a:rPr>
              <a:t>Protokol Signaling Gateway</a:t>
            </a:r>
          </a:p>
          <a:p>
            <a:pPr eaLnBrk="1" hangingPunct="1" indent="0" latinLnBrk="1" lvl="0" marL="0">
              <a:spcBef>
                <a:spcPct val="0"/>
              </a:spcBef>
            </a:pPr>
            <a:r>
              <a:rPr altLang="en-US" sz="1800" lang="en-US">
                <a:latin typeface="Times New Roman" pitchFamily="18" charset="0"/>
                <a:ea typeface="Times New Roman" pitchFamily="18" charset="0"/>
              </a:rPr>
              <a:t>·         Signaling </a:t>
            </a:r>
            <a:r>
              <a:rPr altLang="en-US" sz="1800" lang="en-US">
                <a:latin typeface="Times New Roman" pitchFamily="18" charset="0"/>
                <a:ea typeface="Times New Roman" pitchFamily="18" charset="0"/>
              </a:rPr>
              <a:t>T</a:t>
            </a:r>
            <a:r>
              <a:rPr altLang="en-US" sz="1800" lang="id-ID">
                <a:latin typeface="Times New Roman" pitchFamily="18" charset="0"/>
                <a:ea typeface="Times New Roman" pitchFamily="18" charset="0"/>
              </a:rPr>
              <a:t>ran</a:t>
            </a:r>
            <a:r>
              <a:rPr altLang="en-US" sz="1800" lang="en-US">
                <a:latin typeface="Times New Roman" pitchFamily="18" charset="0"/>
                <a:ea typeface="Times New Roman" pitchFamily="18" charset="0"/>
              </a:rPr>
              <a:t>sport </a:t>
            </a:r>
            <a:r>
              <a:rPr altLang="en-US" sz="1800" lang="en-US">
                <a:latin typeface="Times New Roman" pitchFamily="18" charset="0"/>
                <a:ea typeface="Times New Roman" pitchFamily="18" charset="0"/>
              </a:rPr>
              <a:t>(SIGTRAN) merupakan </a:t>
            </a:r>
            <a:r>
              <a:rPr altLang="en-US" b="1" sz="1800" lang="en-US">
                <a:latin typeface="Times New Roman" pitchFamily="18" charset="0"/>
                <a:ea typeface="Times New Roman" pitchFamily="18" charset="0"/>
                <a:hlinkClick r:id="rId6"/>
              </a:rPr>
              <a:t>protokol</a:t>
            </a:r>
            <a:r>
              <a:rPr altLang="en-US" sz="1800" lang="en-US">
                <a:latin typeface="Times New Roman" pitchFamily="18" charset="0"/>
                <a:ea typeface="Times New Roman" pitchFamily="18" charset="0"/>
              </a:rPr>
              <a:t> transport pensinyalan yang diformulasikan oleh </a:t>
            </a:r>
            <a:r>
              <a:rPr altLang="en-US" b="1" sz="1800" lang="en-US">
                <a:latin typeface="Times New Roman" pitchFamily="18" charset="0"/>
                <a:ea typeface="Times New Roman" pitchFamily="18" charset="0"/>
                <a:hlinkClick r:id="rId7"/>
              </a:rPr>
              <a:t>IETF</a:t>
            </a:r>
            <a:r>
              <a:rPr altLang="en-US" sz="1800" lang="en-US">
                <a:latin typeface="Times New Roman" pitchFamily="18" charset="0"/>
                <a:ea typeface="Times New Roman" pitchFamily="18" charset="0"/>
              </a:rPr>
              <a:t> dan digunakan pada SG untuk mentransmisikan pensinyalan SS7 melalui jaringan IP. </a:t>
            </a:r>
          </a:p>
          <a:p>
            <a:pPr eaLnBrk="1" hangingPunct="1" indent="0" latinLnBrk="1" lvl="0" marL="0">
              <a:spcBef>
                <a:spcPct val="0"/>
              </a:spcBef>
              <a:buFont typeface="Wingdings 2" pitchFamily="18" charset="2"/>
              <a:buChar char=""/>
            </a:pPr>
            <a:endParaRPr altLang="en-US" sz="1800" lang="en-US">
              <a:latin typeface="Times New Roman" pitchFamily="18" charset="0"/>
              <a:ea typeface="Times New Roman" pitchFamily="18" charset="0"/>
            </a:endParaRPr>
          </a:p>
        </p:txBody>
      </p:sp>
      <p:sp>
        <p:nvSpPr>
          <p:cNvPr id="1048643" name=""/>
          <p:cNvSpPr/>
          <p:nvPr>
            <p:ph type="title" sz="full" idx="7"/>
          </p:nvPr>
        </p:nvSpPr>
        <p:spPr>
          <a:xfrm rot="0">
            <a:off x="609600" y="180975"/>
            <a:ext cx="10972800" cy="6254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sz="3200" lang="id-ID">
                <a:solidFill>
                  <a:srgbClr val="959599"/>
                </a:solidFill>
                <a:latin typeface="Bernard MT Condensed" pitchFamily="18" charset="0"/>
              </a:rPr>
              <a:t>PROTOKOL PADA JARINGAN SOFTSWITCH</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42">
                                            <p:txEl>
                                              <p:charRg st="0" end="30"/>
                                            </p:txEl>
                                          </p:spTgt>
                                        </p:tgtEl>
                                        <p:attrNameLst>
                                          <p:attrName>style.visibility</p:attrName>
                                        </p:attrNameLst>
                                      </p:cBhvr>
                                      <p:to>
                                        <p:strVal val="visible"/>
                                      </p:to>
                                    </p:set>
                                    <p:anim calcmode="lin" valueType="num">
                                      <p:cBhvr additive="base">
                                        <p:cTn dur="500" fill="hold" id="7"/>
                                        <p:tgtEl>
                                          <p:spTgt spid="1048642">
                                            <p:txEl>
                                              <p:charRg st="0" end="3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42">
                                            <p:txEl>
                                              <p:charRg st="0" end="30"/>
                                            </p:txEl>
                                          </p:spTgt>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42">
                                            <p:txEl>
                                              <p:charRg st="30" end="200"/>
                                            </p:txEl>
                                          </p:spTgt>
                                        </p:tgtEl>
                                        <p:attrNameLst>
                                          <p:attrName>style.visibility</p:attrName>
                                        </p:attrNameLst>
                                      </p:cBhvr>
                                      <p:to>
                                        <p:strVal val="visible"/>
                                      </p:to>
                                    </p:set>
                                    <p:anim calcmode="lin" valueType="num">
                                      <p:cBhvr additive="base">
                                        <p:cTn dur="500" fill="hold" id="13"/>
                                        <p:tgtEl>
                                          <p:spTgt spid="1048642">
                                            <p:txEl>
                                              <p:charRg st="30" end="20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42">
                                            <p:txEl>
                                              <p:charRg st="30" end="20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42">
                                            <p:txEl>
                                              <p:charRg st="200" end="423"/>
                                            </p:txEl>
                                          </p:spTgt>
                                        </p:tgtEl>
                                        <p:attrNameLst>
                                          <p:attrName>style.visibility</p:attrName>
                                        </p:attrNameLst>
                                      </p:cBhvr>
                                      <p:to>
                                        <p:strVal val="visible"/>
                                      </p:to>
                                    </p:set>
                                    <p:anim calcmode="lin" valueType="num">
                                      <p:cBhvr additive="base">
                                        <p:cTn dur="500" fill="hold" id="19"/>
                                        <p:tgtEl>
                                          <p:spTgt spid="1048642">
                                            <p:txEl>
                                              <p:charRg st="200" end="423"/>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42">
                                            <p:txEl>
                                              <p:charRg st="200" end="423"/>
                                            </p:txEl>
                                          </p:spTgt>
                                        </p:tgtEl>
                                        <p:attrNameLst>
                                          <p:attrName>ppt_y</p:attrName>
                                        </p:attrNameLst>
                                      </p:cBhvr>
                                      <p:tavLst>
                                        <p:tav tm="0">
                                          <p:val>
                                            <p:strVal val="1+#ppt_h/2"/>
                                          </p:val>
                                        </p:tav>
                                        <p:tav tm="100000">
                                          <p:val>
                                            <p:strVal val="#ppt_y"/>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642">
                                            <p:txEl>
                                              <p:charRg st="423" end="569"/>
                                            </p:txEl>
                                          </p:spTgt>
                                        </p:tgtEl>
                                        <p:attrNameLst>
                                          <p:attrName>style.visibility</p:attrName>
                                        </p:attrNameLst>
                                      </p:cBhvr>
                                      <p:to>
                                        <p:strVal val="visible"/>
                                      </p:to>
                                    </p:set>
                                    <p:anim calcmode="lin" valueType="num">
                                      <p:cBhvr additive="base">
                                        <p:cTn dur="500" fill="hold" id="25"/>
                                        <p:tgtEl>
                                          <p:spTgt spid="1048642">
                                            <p:txEl>
                                              <p:charRg st="423" end="569"/>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42">
                                            <p:txEl>
                                              <p:charRg st="423" end="569"/>
                                            </p:txEl>
                                          </p:spTgt>
                                        </p:tgtEl>
                                        <p:attrNameLst>
                                          <p:attrName>ppt_y</p:attrName>
                                        </p:attrNameLst>
                                      </p:cBhvr>
                                      <p:tavLst>
                                        <p:tav tm="0">
                                          <p:val>
                                            <p:strVal val="1+#ppt_h/2"/>
                                          </p:val>
                                        </p:tav>
                                        <p:tav tm="100000">
                                          <p:val>
                                            <p:strVal val="#ppt_y"/>
                                          </p:val>
                                        </p:tav>
                                      </p:tavLst>
                                    </p:anim>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2" presetSubtype="4">
                                  <p:stCondLst>
                                    <p:cond delay="0"/>
                                  </p:stCondLst>
                                  <p:childTnLst>
                                    <p:set>
                                      <p:cBhvr>
                                        <p:cTn dur="1" fill="hold" id="30">
                                          <p:stCondLst>
                                            <p:cond delay="0"/>
                                          </p:stCondLst>
                                        </p:cTn>
                                        <p:tgtEl>
                                          <p:spTgt spid="1048642">
                                            <p:txEl>
                                              <p:charRg st="569" end="603"/>
                                            </p:txEl>
                                          </p:spTgt>
                                        </p:tgtEl>
                                        <p:attrNameLst>
                                          <p:attrName>style.visibility</p:attrName>
                                        </p:attrNameLst>
                                      </p:cBhvr>
                                      <p:to>
                                        <p:strVal val="visible"/>
                                      </p:to>
                                    </p:set>
                                    <p:anim calcmode="lin" valueType="num">
                                      <p:cBhvr additive="base">
                                        <p:cTn dur="500" fill="hold" id="31"/>
                                        <p:tgtEl>
                                          <p:spTgt spid="1048642">
                                            <p:txEl>
                                              <p:charRg st="569" end="60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42">
                                            <p:txEl>
                                              <p:charRg st="569" end="60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nodeType="clickPar">
                      <p:stCondLst>
                        <p:cond delay="indefinite"/>
                      </p:stCondLst>
                      <p:childTnLst>
                        <p:par>
                          <p:cTn fill="hold" id="34" nodeType="withGroup">
                            <p:stCondLst>
                              <p:cond delay="0"/>
                            </p:stCondLst>
                            <p:childTnLst>
                              <p:par>
                                <p:cTn fill="hold" grpId="0" id="35" nodeType="clickEffect" presetClass="entr" presetID="2" presetSubtype="4">
                                  <p:stCondLst>
                                    <p:cond delay="0"/>
                                  </p:stCondLst>
                                  <p:childTnLst>
                                    <p:set>
                                      <p:cBhvr>
                                        <p:cTn dur="1" fill="hold" id="36">
                                          <p:stCondLst>
                                            <p:cond delay="0"/>
                                          </p:stCondLst>
                                        </p:cTn>
                                        <p:tgtEl>
                                          <p:spTgt spid="1048642">
                                            <p:txEl>
                                              <p:charRg st="603" end="804"/>
                                            </p:txEl>
                                          </p:spTgt>
                                        </p:tgtEl>
                                        <p:attrNameLst>
                                          <p:attrName>style.visibility</p:attrName>
                                        </p:attrNameLst>
                                      </p:cBhvr>
                                      <p:to>
                                        <p:strVal val="visible"/>
                                      </p:to>
                                    </p:set>
                                    <p:anim calcmode="lin" valueType="num">
                                      <p:cBhvr additive="base">
                                        <p:cTn dur="500" fill="hold" id="37"/>
                                        <p:tgtEl>
                                          <p:spTgt spid="1048642">
                                            <p:txEl>
                                              <p:charRg st="603" end="80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642">
                                            <p:txEl>
                                              <p:charRg st="603" end="804"/>
                                            </p:txEl>
                                          </p:spTgt>
                                        </p:tgtEl>
                                        <p:attrNameLst>
                                          <p:attrName>ppt_y</p:attrName>
                                        </p:attrNameLst>
                                      </p:cBhvr>
                                      <p:tavLst>
                                        <p:tav tm="0">
                                          <p:val>
                                            <p:strVal val="1+#ppt_h/2"/>
                                          </p:val>
                                        </p:tav>
                                        <p:tav tm="100000">
                                          <p:val>
                                            <p:strVal val="#ppt_y"/>
                                          </p:val>
                                        </p:tav>
                                      </p:tavLst>
                                    </p:anim>
                                  </p:childTnLst>
                                </p:cTn>
                              </p:par>
                            </p:childTnLst>
                          </p:cTn>
                        </p:par>
                      </p:childTnLst>
                    </p:cTn>
                  </p:par>
                  <p:par>
                    <p:cTn fill="hold" id="39" nodeType="clickPar">
                      <p:stCondLst>
                        <p:cond delay="indefinite"/>
                      </p:stCondLst>
                      <p:childTnLst>
                        <p:par>
                          <p:cTn fill="hold" id="40" nodeType="withGroup">
                            <p:stCondLst>
                              <p:cond delay="0"/>
                            </p:stCondLst>
                            <p:childTnLst>
                              <p:par>
                                <p:cTn fill="hold" grpId="0" id="41" nodeType="clickEffect" presetClass="entr" presetID="2" presetSubtype="4">
                                  <p:stCondLst>
                                    <p:cond delay="0"/>
                                  </p:stCondLst>
                                  <p:childTnLst>
                                    <p:set>
                                      <p:cBhvr>
                                        <p:cTn dur="1" fill="hold" id="42">
                                          <p:stCondLst>
                                            <p:cond delay="0"/>
                                          </p:stCondLst>
                                        </p:cTn>
                                        <p:tgtEl>
                                          <p:spTgt spid="1048642">
                                            <p:txEl>
                                              <p:charRg st="804" end="977"/>
                                            </p:txEl>
                                          </p:spTgt>
                                        </p:tgtEl>
                                        <p:attrNameLst>
                                          <p:attrName>style.visibility</p:attrName>
                                        </p:attrNameLst>
                                      </p:cBhvr>
                                      <p:to>
                                        <p:strVal val="visible"/>
                                      </p:to>
                                    </p:set>
                                    <p:anim calcmode="lin" valueType="num">
                                      <p:cBhvr additive="base">
                                        <p:cTn dur="500" fill="hold" id="43"/>
                                        <p:tgtEl>
                                          <p:spTgt spid="1048642">
                                            <p:txEl>
                                              <p:charRg st="804" end="977"/>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642">
                                            <p:txEl>
                                              <p:charRg st="804" end="977"/>
                                            </p:txEl>
                                          </p:spTgt>
                                        </p:tgtEl>
                                        <p:attrNameLst>
                                          <p:attrName>ppt_y</p:attrName>
                                        </p:attrNameLst>
                                      </p:cBhvr>
                                      <p:tavLst>
                                        <p:tav tm="0">
                                          <p:val>
                                            <p:strVal val="1+#ppt_h/2"/>
                                          </p:val>
                                        </p:tav>
                                        <p:tav tm="100000">
                                          <p:val>
                                            <p:strVal val="#ppt_y"/>
                                          </p:val>
                                        </p:tav>
                                      </p:tavLst>
                                    </p:anim>
                                  </p:childTnLst>
                                </p:cTn>
                              </p:par>
                            </p:childTnLst>
                          </p:cTn>
                        </p:par>
                      </p:childTnLst>
                    </p:cTn>
                  </p:par>
                  <p:par>
                    <p:cTn fill="hold" id="45" nodeType="clickPar">
                      <p:stCondLst>
                        <p:cond delay="indefinite"/>
                      </p:stCondLst>
                      <p:childTnLst>
                        <p:par>
                          <p:cTn fill="hold" id="46" nodeType="withGroup">
                            <p:stCondLst>
                              <p:cond delay="0"/>
                            </p:stCondLst>
                            <p:childTnLst>
                              <p:par>
                                <p:cTn fill="hold" grpId="0" id="47" nodeType="clickEffect" presetClass="entr" presetID="2" presetSubtype="4">
                                  <p:stCondLst>
                                    <p:cond delay="0"/>
                                  </p:stCondLst>
                                  <p:childTnLst>
                                    <p:set>
                                      <p:cBhvr>
                                        <p:cTn dur="1" fill="hold" id="48">
                                          <p:stCondLst>
                                            <p:cond delay="0"/>
                                          </p:stCondLst>
                                        </p:cTn>
                                        <p:tgtEl>
                                          <p:spTgt spid="1048642">
                                            <p:txEl>
                                              <p:charRg st="977" end="996"/>
                                            </p:txEl>
                                          </p:spTgt>
                                        </p:tgtEl>
                                        <p:attrNameLst>
                                          <p:attrName>style.visibility</p:attrName>
                                        </p:attrNameLst>
                                      </p:cBhvr>
                                      <p:to>
                                        <p:strVal val="visible"/>
                                      </p:to>
                                    </p:set>
                                    <p:anim calcmode="lin" valueType="num">
                                      <p:cBhvr additive="base">
                                        <p:cTn dur="500" fill="hold" id="49"/>
                                        <p:tgtEl>
                                          <p:spTgt spid="1048642">
                                            <p:txEl>
                                              <p:charRg st="977" end="996"/>
                                            </p:txEl>
                                          </p:spTgt>
                                        </p:tgtEl>
                                        <p:attrNameLst>
                                          <p:attrName>ppt_x</p:attrName>
                                        </p:attrNameLst>
                                      </p:cBhvr>
                                      <p:tavLst>
                                        <p:tav tm="0">
                                          <p:val>
                                            <p:strVal val="#ppt_x"/>
                                          </p:val>
                                        </p:tav>
                                        <p:tav tm="100000">
                                          <p:val>
                                            <p:strVal val="#ppt_x"/>
                                          </p:val>
                                        </p:tav>
                                      </p:tavLst>
                                    </p:anim>
                                    <p:anim calcmode="lin" valueType="num">
                                      <p:cBhvr additive="base">
                                        <p:cTn dur="500" fill="hold" id="50"/>
                                        <p:tgtEl>
                                          <p:spTgt spid="1048642">
                                            <p:txEl>
                                              <p:charRg st="977" end="996"/>
                                            </p:txEl>
                                          </p:spTgt>
                                        </p:tgtEl>
                                        <p:attrNameLst>
                                          <p:attrName>ppt_y</p:attrName>
                                        </p:attrNameLst>
                                      </p:cBhvr>
                                      <p:tavLst>
                                        <p:tav tm="0">
                                          <p:val>
                                            <p:strVal val="1+#ppt_h/2"/>
                                          </p:val>
                                        </p:tav>
                                        <p:tav tm="100000">
                                          <p:val>
                                            <p:strVal val="#ppt_y"/>
                                          </p:val>
                                        </p:tav>
                                      </p:tavLst>
                                    </p:anim>
                                  </p:childTnLst>
                                </p:cTn>
                              </p:par>
                            </p:childTnLst>
                          </p:cTn>
                        </p:par>
                      </p:childTnLst>
                    </p:cTn>
                  </p:par>
                  <p:par>
                    <p:cTn fill="hold" id="51" nodeType="clickPar">
                      <p:stCondLst>
                        <p:cond delay="indefinite"/>
                      </p:stCondLst>
                      <p:childTnLst>
                        <p:par>
                          <p:cTn fill="hold" id="52" nodeType="withGroup">
                            <p:stCondLst>
                              <p:cond delay="0"/>
                            </p:stCondLst>
                            <p:childTnLst>
                              <p:par>
                                <p:cTn fill="hold" grpId="0" id="53" nodeType="clickEffect" presetClass="entr" presetID="2" presetSubtype="4">
                                  <p:stCondLst>
                                    <p:cond delay="0"/>
                                  </p:stCondLst>
                                  <p:childTnLst>
                                    <p:set>
                                      <p:cBhvr>
                                        <p:cTn dur="1" fill="hold" id="54">
                                          <p:stCondLst>
                                            <p:cond delay="0"/>
                                          </p:stCondLst>
                                        </p:cTn>
                                        <p:tgtEl>
                                          <p:spTgt spid="1048642">
                                            <p:txEl>
                                              <p:charRg st="996" end="1219"/>
                                            </p:txEl>
                                          </p:spTgt>
                                        </p:tgtEl>
                                        <p:attrNameLst>
                                          <p:attrName>style.visibility</p:attrName>
                                        </p:attrNameLst>
                                      </p:cBhvr>
                                      <p:to>
                                        <p:strVal val="visible"/>
                                      </p:to>
                                    </p:set>
                                    <p:anim calcmode="lin" valueType="num">
                                      <p:cBhvr additive="base">
                                        <p:cTn dur="500" fill="hold" id="55"/>
                                        <p:tgtEl>
                                          <p:spTgt spid="1048642">
                                            <p:txEl>
                                              <p:charRg st="996" end="1219"/>
                                            </p:txEl>
                                          </p:spTgt>
                                        </p:tgtEl>
                                        <p:attrNameLst>
                                          <p:attrName>ppt_x</p:attrName>
                                        </p:attrNameLst>
                                      </p:cBhvr>
                                      <p:tavLst>
                                        <p:tav tm="0">
                                          <p:val>
                                            <p:strVal val="#ppt_x"/>
                                          </p:val>
                                        </p:tav>
                                        <p:tav tm="100000">
                                          <p:val>
                                            <p:strVal val="#ppt_x"/>
                                          </p:val>
                                        </p:tav>
                                      </p:tavLst>
                                    </p:anim>
                                    <p:anim calcmode="lin" valueType="num">
                                      <p:cBhvr additive="base">
                                        <p:cTn dur="500" fill="hold" id="56"/>
                                        <p:tgtEl>
                                          <p:spTgt spid="1048642">
                                            <p:txEl>
                                              <p:charRg st="996" end="1219"/>
                                            </p:txEl>
                                          </p:spTgt>
                                        </p:tgtEl>
                                        <p:attrNameLst>
                                          <p:attrName>ppt_y</p:attrName>
                                        </p:attrNameLst>
                                      </p:cBhvr>
                                      <p:tavLst>
                                        <p:tav tm="0">
                                          <p:val>
                                            <p:strVal val="1+#ppt_h/2"/>
                                          </p:val>
                                        </p:tav>
                                        <p:tav tm="100000">
                                          <p:val>
                                            <p:strVal val="#ppt_y"/>
                                          </p:val>
                                        </p:tav>
                                      </p:tavLst>
                                    </p:anim>
                                  </p:childTnLst>
                                </p:cTn>
                              </p:par>
                            </p:childTnLst>
                          </p:cTn>
                        </p:par>
                      </p:childTnLst>
                    </p:cTn>
                  </p:par>
                  <p:par>
                    <p:cTn fill="hold" id="57" nodeType="clickPar">
                      <p:stCondLst>
                        <p:cond delay="indefinite"/>
                      </p:stCondLst>
                      <p:childTnLst>
                        <p:par>
                          <p:cTn fill="hold" id="58" nodeType="withGroup">
                            <p:stCondLst>
                              <p:cond delay="0"/>
                            </p:stCondLst>
                            <p:childTnLst>
                              <p:par>
                                <p:cTn fill="hold" grpId="0" id="59" nodeType="clickEffect" presetClass="entr" presetID="2" presetSubtype="4">
                                  <p:stCondLst>
                                    <p:cond delay="0"/>
                                  </p:stCondLst>
                                  <p:childTnLst>
                                    <p:set>
                                      <p:cBhvr>
                                        <p:cTn dur="1" fill="hold" id="60">
                                          <p:stCondLst>
                                            <p:cond delay="0"/>
                                          </p:stCondLst>
                                        </p:cTn>
                                        <p:tgtEl>
                                          <p:spTgt spid="1048642">
                                            <p:txEl>
                                              <p:charRg st="1219" end="1354"/>
                                            </p:txEl>
                                          </p:spTgt>
                                        </p:tgtEl>
                                        <p:attrNameLst>
                                          <p:attrName>style.visibility</p:attrName>
                                        </p:attrNameLst>
                                      </p:cBhvr>
                                      <p:to>
                                        <p:strVal val="visible"/>
                                      </p:to>
                                    </p:set>
                                    <p:anim calcmode="lin" valueType="num">
                                      <p:cBhvr additive="base">
                                        <p:cTn dur="500" fill="hold" id="61"/>
                                        <p:tgtEl>
                                          <p:spTgt spid="1048642">
                                            <p:txEl>
                                              <p:charRg st="1219" end="1354"/>
                                            </p:txEl>
                                          </p:spTgt>
                                        </p:tgtEl>
                                        <p:attrNameLst>
                                          <p:attrName>ppt_x</p:attrName>
                                        </p:attrNameLst>
                                      </p:cBhvr>
                                      <p:tavLst>
                                        <p:tav tm="0">
                                          <p:val>
                                            <p:strVal val="#ppt_x"/>
                                          </p:val>
                                        </p:tav>
                                        <p:tav tm="100000">
                                          <p:val>
                                            <p:strVal val="#ppt_x"/>
                                          </p:val>
                                        </p:tav>
                                      </p:tavLst>
                                    </p:anim>
                                    <p:anim calcmode="lin" valueType="num">
                                      <p:cBhvr additive="base">
                                        <p:cTn dur="500" fill="hold" id="62"/>
                                        <p:tgtEl>
                                          <p:spTgt spid="1048642">
                                            <p:txEl>
                                              <p:charRg st="1219" end="1354"/>
                                            </p:txEl>
                                          </p:spTgt>
                                        </p:tgtEl>
                                        <p:attrNameLst>
                                          <p:attrName>ppt_y</p:attrName>
                                        </p:attrNameLst>
                                      </p:cBhvr>
                                      <p:tavLst>
                                        <p:tav tm="0">
                                          <p:val>
                                            <p:strVal val="1+#ppt_h/2"/>
                                          </p:val>
                                        </p:tav>
                                        <p:tav tm="100000">
                                          <p:val>
                                            <p:strVal val="#ppt_y"/>
                                          </p:val>
                                        </p:tav>
                                      </p:tavLst>
                                    </p:anim>
                                  </p:childTnLst>
                                </p:cTn>
                              </p:par>
                            </p:childTnLst>
                          </p:cTn>
                        </p:par>
                      </p:childTnLst>
                    </p:cTn>
                  </p:par>
                  <p:par>
                    <p:cTn fill="hold" id="63" nodeType="clickPar">
                      <p:stCondLst>
                        <p:cond delay="indefinite"/>
                      </p:stCondLst>
                      <p:childTnLst>
                        <p:par>
                          <p:cTn fill="hold" id="64" nodeType="withGroup">
                            <p:stCondLst>
                              <p:cond delay="0"/>
                            </p:stCondLst>
                            <p:childTnLst>
                              <p:par>
                                <p:cTn fill="hold" grpId="0" id="65" nodeType="clickEffect" presetClass="entr" presetID="2" presetSubtype="4">
                                  <p:stCondLst>
                                    <p:cond delay="0"/>
                                  </p:stCondLst>
                                  <p:childTnLst>
                                    <p:set>
                                      <p:cBhvr>
                                        <p:cTn dur="1" fill="hold" id="66">
                                          <p:stCondLst>
                                            <p:cond delay="0"/>
                                          </p:stCondLst>
                                        </p:cTn>
                                        <p:tgtEl>
                                          <p:spTgt spid="1048642">
                                            <p:txEl>
                                              <p:charRg st="1354" end="1381"/>
                                            </p:txEl>
                                          </p:spTgt>
                                        </p:tgtEl>
                                        <p:attrNameLst>
                                          <p:attrName>style.visibility</p:attrName>
                                        </p:attrNameLst>
                                      </p:cBhvr>
                                      <p:to>
                                        <p:strVal val="visible"/>
                                      </p:to>
                                    </p:set>
                                    <p:anim calcmode="lin" valueType="num">
                                      <p:cBhvr additive="base">
                                        <p:cTn dur="500" fill="hold" id="67"/>
                                        <p:tgtEl>
                                          <p:spTgt spid="1048642">
                                            <p:txEl>
                                              <p:charRg st="1354" end="1381"/>
                                            </p:txEl>
                                          </p:spTgt>
                                        </p:tgtEl>
                                        <p:attrNameLst>
                                          <p:attrName>ppt_x</p:attrName>
                                        </p:attrNameLst>
                                      </p:cBhvr>
                                      <p:tavLst>
                                        <p:tav tm="0">
                                          <p:val>
                                            <p:strVal val="#ppt_x"/>
                                          </p:val>
                                        </p:tav>
                                        <p:tav tm="100000">
                                          <p:val>
                                            <p:strVal val="#ppt_x"/>
                                          </p:val>
                                        </p:tav>
                                      </p:tavLst>
                                    </p:anim>
                                    <p:anim calcmode="lin" valueType="num">
                                      <p:cBhvr additive="base">
                                        <p:cTn dur="500" fill="hold" id="68"/>
                                        <p:tgtEl>
                                          <p:spTgt spid="1048642">
                                            <p:txEl>
                                              <p:charRg st="1354" end="1381"/>
                                            </p:txEl>
                                          </p:spTgt>
                                        </p:tgtEl>
                                        <p:attrNameLst>
                                          <p:attrName>ppt_y</p:attrName>
                                        </p:attrNameLst>
                                      </p:cBhvr>
                                      <p:tavLst>
                                        <p:tav tm="0">
                                          <p:val>
                                            <p:strVal val="1+#ppt_h/2"/>
                                          </p:val>
                                        </p:tav>
                                        <p:tav tm="100000">
                                          <p:val>
                                            <p:strVal val="#ppt_y"/>
                                          </p:val>
                                        </p:tav>
                                      </p:tavLst>
                                    </p:anim>
                                  </p:childTnLst>
                                </p:cTn>
                              </p:par>
                            </p:childTnLst>
                          </p:cTn>
                        </p:par>
                      </p:childTnLst>
                    </p:cTn>
                  </p:par>
                  <p:par>
                    <p:cTn fill="hold" id="69" nodeType="clickPar">
                      <p:stCondLst>
                        <p:cond delay="indefinite"/>
                      </p:stCondLst>
                      <p:childTnLst>
                        <p:par>
                          <p:cTn fill="hold" id="70" nodeType="withGroup">
                            <p:stCondLst>
                              <p:cond delay="0"/>
                            </p:stCondLst>
                            <p:childTnLst>
                              <p:par>
                                <p:cTn fill="hold" grpId="0" id="71" nodeType="clickEffect" presetClass="entr" presetID="2" presetSubtype="4">
                                  <p:stCondLst>
                                    <p:cond delay="0"/>
                                  </p:stCondLst>
                                  <p:childTnLst>
                                    <p:set>
                                      <p:cBhvr>
                                        <p:cTn dur="1" fill="hold" id="72">
                                          <p:stCondLst>
                                            <p:cond delay="0"/>
                                          </p:stCondLst>
                                        </p:cTn>
                                        <p:tgtEl>
                                          <p:spTgt spid="1048642">
                                            <p:txEl>
                                              <p:charRg st="1381" end="1574"/>
                                            </p:txEl>
                                          </p:spTgt>
                                        </p:tgtEl>
                                        <p:attrNameLst>
                                          <p:attrName>style.visibility</p:attrName>
                                        </p:attrNameLst>
                                      </p:cBhvr>
                                      <p:to>
                                        <p:strVal val="visible"/>
                                      </p:to>
                                    </p:set>
                                    <p:anim calcmode="lin" valueType="num">
                                      <p:cBhvr additive="base">
                                        <p:cTn dur="500" fill="hold" id="73"/>
                                        <p:tgtEl>
                                          <p:spTgt spid="1048642">
                                            <p:txEl>
                                              <p:charRg st="1381" end="1574"/>
                                            </p:txEl>
                                          </p:spTgt>
                                        </p:tgtEl>
                                        <p:attrNameLst>
                                          <p:attrName>ppt_x</p:attrName>
                                        </p:attrNameLst>
                                      </p:cBhvr>
                                      <p:tavLst>
                                        <p:tav tm="0">
                                          <p:val>
                                            <p:strVal val="#ppt_x"/>
                                          </p:val>
                                        </p:tav>
                                        <p:tav tm="100000">
                                          <p:val>
                                            <p:strVal val="#ppt_x"/>
                                          </p:val>
                                        </p:tav>
                                      </p:tavLst>
                                    </p:anim>
                                    <p:anim calcmode="lin" valueType="num">
                                      <p:cBhvr additive="base">
                                        <p:cTn dur="500" fill="hold" id="74"/>
                                        <p:tgtEl>
                                          <p:spTgt spid="1048642">
                                            <p:txEl>
                                              <p:charRg st="1381" end="157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2" grpId="0" uiExpand="0" build="p" bldLvl="1"/>
    </p:bldLst>
  </p:timing>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66" name=""/>
        <p:cNvGrpSpPr/>
        <p:nvPr/>
      </p:nvGrpSpPr>
      <p:grpSpPr>
        <a:xfrm rot="0">
          <a:off x="0" y="0"/>
          <a:ext cx="0" cy="0"/>
          <a:chOff x="0" y="0"/>
          <a:chExt cx="0" cy="0"/>
        </a:xfrm>
      </p:grpSpPr>
      <p:sp>
        <p:nvSpPr>
          <p:cNvPr id="1048644" name=""/>
          <p:cNvSpPr/>
          <p:nvPr>
            <p:ph sz="quarter" idx="4294967295"/>
          </p:nvPr>
        </p:nvSpPr>
        <p:spPr>
          <a:xfrm rot="0">
            <a:off x="609600" y="1398587"/>
            <a:ext cx="10972800" cy="4962525"/>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r>
              <a:rPr altLang="en-US" sz="2000" lang="id-ID"/>
              <a:t>Sinyal analog</a:t>
            </a:r>
          </a:p>
        </p:txBody>
      </p:sp>
      <p:sp>
        <p:nvSpPr>
          <p:cNvPr id="1048645" name=""/>
          <p:cNvSpPr/>
          <p:nvPr>
            <p:ph type="title" sz="full" idx="7"/>
          </p:nvPr>
        </p:nvSpPr>
        <p:spPr>
          <a:xfrm rot="0">
            <a:off x="609600" y="274637"/>
            <a:ext cx="10972800" cy="94932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indent="0" latinLnBrk="1" lvl="0" marL="484187"/>
            <a:r>
              <a:rPr altLang="en-US" lang="id-ID"/>
              <a:t>KOMUNIKASI </a:t>
            </a:r>
            <a:r>
              <a:rPr altLang="en-US" lang="id-ID"/>
              <a:t>ANALOG </a:t>
            </a:r>
            <a:r>
              <a:rPr altLang="en-US" lang="id-ID"/>
              <a:t>DAN </a:t>
            </a:r>
            <a:r>
              <a:rPr altLang="en-US" lang="id-ID"/>
              <a:t>DIGITAL</a:t>
            </a:r>
          </a:p>
        </p:txBody>
      </p:sp>
      <p:pic>
        <p:nvPicPr>
          <p:cNvPr id="2097157" name=""/>
          <p:cNvPicPr>
            <a:picLocks/>
          </p:cNvPicPr>
          <p:nvPr/>
        </p:nvPicPr>
        <p:blipFill>
          <a:blip xmlns:r="http://schemas.openxmlformats.org/officeDocument/2006/relationships" r:embed="rId1"/>
          <a:srcRect l="0" t="0" r="0" b="0"/>
          <a:stretch>
            <a:fillRect/>
          </a:stretch>
        </p:blipFill>
        <p:spPr>
          <a:xfrm rot="0">
            <a:off x="1209675" y="1960562"/>
            <a:ext cx="8761412" cy="3970337"/>
          </a:xfrm>
          <a:prstGeom prst="rect"/>
          <a:noFill/>
          <a:ln>
            <a:noFill/>
          </a:ln>
        </p:spPr>
      </p:pic>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6" presetSubtype="21">
                                  <p:stCondLst>
                                    <p:cond delay="0"/>
                                  </p:stCondLst>
                                  <p:childTnLst>
                                    <p:set>
                                      <p:cBhvr>
                                        <p:cTn dur="1" fill="hold" id="6">
                                          <p:stCondLst>
                                            <p:cond delay="0"/>
                                          </p:stCondLst>
                                        </p:cTn>
                                        <p:tgtEl>
                                          <p:spTgt spid="2097157"/>
                                        </p:tgtEl>
                                        <p:attrNameLst>
                                          <p:attrName>style.visibility</p:attrName>
                                        </p:attrNameLst>
                                      </p:cBhvr>
                                      <p:to>
                                        <p:strVal val="visible"/>
                                      </p:to>
                                    </p:set>
                                    <p:animEffect transition="in" filter="barn(inVertical)">
                                      <p:cBhvr>
                                        <p:cTn dur="500" id="7"/>
                                        <p:tgtEl>
                                          <p:spTgt spid="2097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67" name=""/>
        <p:cNvGrpSpPr/>
        <p:nvPr/>
      </p:nvGrpSpPr>
      <p:grpSpPr>
        <a:xfrm rot="0">
          <a:off x="0" y="0"/>
          <a:ext cx="0" cy="0"/>
          <a:chOff x="0" y="0"/>
          <a:chExt cx="0" cy="0"/>
        </a:xfrm>
      </p:grpSpPr>
      <p:sp>
        <p:nvSpPr>
          <p:cNvPr id="1048646" name=""/>
          <p:cNvSpPr/>
          <p:nvPr>
            <p:ph sz="quarter" idx="4294967295"/>
          </p:nvPr>
        </p:nvSpPr>
        <p:spPr>
          <a:xfrm rot="0">
            <a:off x="609600" y="2020887"/>
            <a:ext cx="10972800" cy="407511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r>
              <a:rPr altLang="en-US" sz="2000" lang="id-ID"/>
              <a:t>Sinyal analog bisa juga disebut isyarat kontinyu,karena bentuknya berupa gelombang yang kontinyu, yang membawa informasi dengan mengubah karakteristik gelombang.</a:t>
            </a:r>
          </a:p>
          <a:p>
            <a:pPr eaLnBrk="1" hangingPunct="1" indent="0" latinLnBrk="1" lvl="0" marL="0"/>
            <a:r>
              <a:rPr altLang="en-US" sz="2000" lang="id-ID"/>
              <a:t>Sinyal bekerja dengan mentransmisikan suara dan gambar dalam betuk glombang kontinu (continuos varying). </a:t>
            </a:r>
          </a:p>
          <a:p>
            <a:pPr eaLnBrk="1" hangingPunct="1" indent="0" latinLnBrk="1" lvl="0" marL="0"/>
            <a:r>
              <a:rPr altLang="en-US" sz="2000" lang="id-ID"/>
              <a:t>Dua parameter / karakteristik terpenting yang dimiliki oleh isyarat analaog adalah amplitudho dan frekuensi.</a:t>
            </a:r>
          </a:p>
          <a:p>
            <a:pPr eaLnBrk="1" hangingPunct="1" indent="0" latinLnBrk="1" lvl="0" marL="0"/>
            <a:endParaRPr altLang="en-US" sz="2000" lang="en-US"/>
          </a:p>
        </p:txBody>
      </p:sp>
      <p:sp>
        <p:nvSpPr>
          <p:cNvPr id="1048647" name=""/>
          <p:cNvSpPr/>
          <p:nvPr>
            <p:ph type="title" sz="full" idx="7"/>
          </p:nvPr>
        </p:nvSpPr>
        <p:spPr>
          <a:xfrm rot="0">
            <a:off x="3352800" y="974725"/>
            <a:ext cx="5486400" cy="7016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r>
              <a:rPr altLang="en-US" lang="id-ID"/>
              <a:t>KOMUNIKASI ANALOG DAN DIGITAL</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47"/>
                                        </p:tgtEl>
                                        <p:attrNameLst>
                                          <p:attrName>style.visibility</p:attrName>
                                        </p:attrNameLst>
                                      </p:cBhvr>
                                      <p:to>
                                        <p:strVal val="visible"/>
                                      </p:to>
                                    </p:set>
                                    <p:animEffect transition="in" filter="fade">
                                      <p:cBhvr>
                                        <p:cTn dur="1000" id="7"/>
                                        <p:tgtEl>
                                          <p:spTgt spid="1048647"/>
                                        </p:tgtEl>
                                      </p:cBhvr>
                                    </p:animEffect>
                                    <p:anim calcmode="lin" valueType="num">
                                      <p:cBhvr>
                                        <p:cTn dur="1000" fill="hold" id="8"/>
                                        <p:tgtEl>
                                          <p:spTgt spid="1048647"/>
                                        </p:tgtEl>
                                        <p:attrNameLst>
                                          <p:attrName>ppt_x</p:attrName>
                                        </p:attrNameLst>
                                      </p:cBhvr>
                                      <p:tavLst>
                                        <p:tav tm="0">
                                          <p:val>
                                            <p:strVal val="#ppt_x"/>
                                          </p:val>
                                        </p:tav>
                                        <p:tav tm="100000">
                                          <p:val>
                                            <p:strVal val="#ppt_x"/>
                                          </p:val>
                                        </p:tav>
                                      </p:tavLst>
                                    </p:anim>
                                    <p:anim calcmode="lin" valueType="num">
                                      <p:cBhvr>
                                        <p:cTn dur="1000" fill="hold" id="9"/>
                                        <p:tgtEl>
                                          <p:spTgt spid="1048647"/>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1048646">
                                            <p:txEl>
                                              <p:charRg st="0" end="162"/>
                                            </p:txEl>
                                          </p:spTgt>
                                        </p:tgtEl>
                                        <p:attrNameLst>
                                          <p:attrName>style.visibility</p:attrName>
                                        </p:attrNameLst>
                                      </p:cBhvr>
                                      <p:to>
                                        <p:strVal val="visible"/>
                                      </p:to>
                                    </p:set>
                                    <p:animEffect transition="in" filter="fade">
                                      <p:cBhvr>
                                        <p:cTn dur="1000" id="14"/>
                                        <p:tgtEl>
                                          <p:spTgt spid="1048646">
                                            <p:txEl>
                                              <p:charRg st="0" end="162"/>
                                            </p:txEl>
                                          </p:spTgt>
                                        </p:tgtEl>
                                      </p:cBhvr>
                                    </p:animEffect>
                                    <p:anim calcmode="lin" valueType="num">
                                      <p:cBhvr>
                                        <p:cTn dur="1000" fill="hold" id="15"/>
                                        <p:tgtEl>
                                          <p:spTgt spid="1048646">
                                            <p:txEl>
                                              <p:charRg st="0" end="162"/>
                                            </p:txEl>
                                          </p:spTgt>
                                        </p:tgtEl>
                                        <p:attrNameLst>
                                          <p:attrName>ppt_x</p:attrName>
                                        </p:attrNameLst>
                                      </p:cBhvr>
                                      <p:tavLst>
                                        <p:tav tm="0">
                                          <p:val>
                                            <p:strVal val="#ppt_x"/>
                                          </p:val>
                                        </p:tav>
                                        <p:tav tm="100000">
                                          <p:val>
                                            <p:strVal val="#ppt_x"/>
                                          </p:val>
                                        </p:tav>
                                      </p:tavLst>
                                    </p:anim>
                                    <p:anim calcmode="lin" valueType="num">
                                      <p:cBhvr>
                                        <p:cTn dur="1000" fill="hold" id="16"/>
                                        <p:tgtEl>
                                          <p:spTgt spid="1048646">
                                            <p:txEl>
                                              <p:charRg st="0" end="162"/>
                                            </p:txEl>
                                          </p:spTgt>
                                        </p:tgtEl>
                                        <p:attrNameLst>
                                          <p:attrName>ppt_y</p:attrName>
                                        </p:attrNameLst>
                                      </p:cBhvr>
                                      <p:tavLst>
                                        <p:tav tm="0">
                                          <p:val>
                                            <p:strVal val="#ppt_y+.1"/>
                                          </p:val>
                                        </p:tav>
                                        <p:tav tm="100000">
                                          <p:val>
                                            <p:strVal val="#ppt_y"/>
                                          </p:val>
                                        </p:tav>
                                      </p:tavLst>
                                    </p:anim>
                                  </p:childTnLst>
                                </p:cTn>
                              </p:par>
                            </p:childTnLst>
                          </p:cTn>
                        </p:par>
                      </p:childTnLst>
                    </p:cTn>
                  </p:par>
                  <p:par>
                    <p:cTn fill="hold" id="17" nodeType="clickPar">
                      <p:stCondLst>
                        <p:cond delay="indefinite"/>
                      </p:stCondLst>
                      <p:childTnLst>
                        <p:par>
                          <p:cTn fill="hold" id="18" nodeType="withGroup">
                            <p:stCondLst>
                              <p:cond delay="0"/>
                            </p:stCondLst>
                            <p:childTnLst>
                              <p:par>
                                <p:cTn fill="hold" grpId="0" id="19" nodeType="clickEffect" presetClass="entr" presetID="42" presetSubtype="0">
                                  <p:stCondLst>
                                    <p:cond delay="0"/>
                                  </p:stCondLst>
                                  <p:childTnLst>
                                    <p:set>
                                      <p:cBhvr>
                                        <p:cTn dur="1" fill="hold" id="20">
                                          <p:stCondLst>
                                            <p:cond delay="0"/>
                                          </p:stCondLst>
                                        </p:cTn>
                                        <p:tgtEl>
                                          <p:spTgt spid="1048646">
                                            <p:txEl>
                                              <p:charRg st="162" end="268"/>
                                            </p:txEl>
                                          </p:spTgt>
                                        </p:tgtEl>
                                        <p:attrNameLst>
                                          <p:attrName>style.visibility</p:attrName>
                                        </p:attrNameLst>
                                      </p:cBhvr>
                                      <p:to>
                                        <p:strVal val="visible"/>
                                      </p:to>
                                    </p:set>
                                    <p:animEffect transition="in" filter="fade">
                                      <p:cBhvr>
                                        <p:cTn dur="1000" id="21"/>
                                        <p:tgtEl>
                                          <p:spTgt spid="1048646">
                                            <p:txEl>
                                              <p:charRg st="162" end="268"/>
                                            </p:txEl>
                                          </p:spTgt>
                                        </p:tgtEl>
                                      </p:cBhvr>
                                    </p:animEffect>
                                    <p:anim calcmode="lin" valueType="num">
                                      <p:cBhvr>
                                        <p:cTn dur="1000" fill="hold" id="22"/>
                                        <p:tgtEl>
                                          <p:spTgt spid="1048646">
                                            <p:txEl>
                                              <p:charRg st="162" end="268"/>
                                            </p:txEl>
                                          </p:spTgt>
                                        </p:tgtEl>
                                        <p:attrNameLst>
                                          <p:attrName>ppt_x</p:attrName>
                                        </p:attrNameLst>
                                      </p:cBhvr>
                                      <p:tavLst>
                                        <p:tav tm="0">
                                          <p:val>
                                            <p:strVal val="#ppt_x"/>
                                          </p:val>
                                        </p:tav>
                                        <p:tav tm="100000">
                                          <p:val>
                                            <p:strVal val="#ppt_x"/>
                                          </p:val>
                                        </p:tav>
                                      </p:tavLst>
                                    </p:anim>
                                    <p:anim calcmode="lin" valueType="num">
                                      <p:cBhvr>
                                        <p:cTn dur="1000" fill="hold" id="23"/>
                                        <p:tgtEl>
                                          <p:spTgt spid="1048646">
                                            <p:txEl>
                                              <p:charRg st="162" end="268"/>
                                            </p:txEl>
                                          </p:spTgt>
                                        </p:tgtEl>
                                        <p:attrNameLst>
                                          <p:attrName>ppt_y</p:attrName>
                                        </p:attrNameLst>
                                      </p:cBhvr>
                                      <p:tavLst>
                                        <p:tav tm="0">
                                          <p:val>
                                            <p:strVal val="#ppt_y+.1"/>
                                          </p:val>
                                        </p:tav>
                                        <p:tav tm="100000">
                                          <p:val>
                                            <p:strVal val="#ppt_y"/>
                                          </p:val>
                                        </p:tav>
                                      </p:tavLst>
                                    </p:anim>
                                  </p:childTnLst>
                                </p:cTn>
                              </p:par>
                            </p:childTnLst>
                          </p:cTn>
                        </p:par>
                      </p:childTnLst>
                    </p:cTn>
                  </p:par>
                  <p:par>
                    <p:cTn fill="hold" id="24" nodeType="clickPar">
                      <p:stCondLst>
                        <p:cond delay="indefinite"/>
                      </p:stCondLst>
                      <p:childTnLst>
                        <p:par>
                          <p:cTn fill="hold" id="25" nodeType="withGroup">
                            <p:stCondLst>
                              <p:cond delay="0"/>
                            </p:stCondLst>
                            <p:childTnLst>
                              <p:par>
                                <p:cTn fill="hold" grpId="0" id="26" nodeType="clickEffect" presetClass="entr" presetID="42" presetSubtype="0">
                                  <p:stCondLst>
                                    <p:cond delay="0"/>
                                  </p:stCondLst>
                                  <p:childTnLst>
                                    <p:set>
                                      <p:cBhvr>
                                        <p:cTn dur="1" fill="hold" id="27">
                                          <p:stCondLst>
                                            <p:cond delay="0"/>
                                          </p:stCondLst>
                                        </p:cTn>
                                        <p:tgtEl>
                                          <p:spTgt spid="1048646">
                                            <p:txEl>
                                              <p:charRg st="268" end="377"/>
                                            </p:txEl>
                                          </p:spTgt>
                                        </p:tgtEl>
                                        <p:attrNameLst>
                                          <p:attrName>style.visibility</p:attrName>
                                        </p:attrNameLst>
                                      </p:cBhvr>
                                      <p:to>
                                        <p:strVal val="visible"/>
                                      </p:to>
                                    </p:set>
                                    <p:animEffect transition="in" filter="fade">
                                      <p:cBhvr>
                                        <p:cTn dur="1000" id="28"/>
                                        <p:tgtEl>
                                          <p:spTgt spid="1048646">
                                            <p:txEl>
                                              <p:charRg st="268" end="377"/>
                                            </p:txEl>
                                          </p:spTgt>
                                        </p:tgtEl>
                                      </p:cBhvr>
                                    </p:animEffect>
                                    <p:anim calcmode="lin" valueType="num">
                                      <p:cBhvr>
                                        <p:cTn dur="1000" fill="hold" id="29"/>
                                        <p:tgtEl>
                                          <p:spTgt spid="1048646">
                                            <p:txEl>
                                              <p:charRg st="268" end="377"/>
                                            </p:txEl>
                                          </p:spTgt>
                                        </p:tgtEl>
                                        <p:attrNameLst>
                                          <p:attrName>ppt_x</p:attrName>
                                        </p:attrNameLst>
                                      </p:cBhvr>
                                      <p:tavLst>
                                        <p:tav tm="0">
                                          <p:val>
                                            <p:strVal val="#ppt_x"/>
                                          </p:val>
                                        </p:tav>
                                        <p:tav tm="100000">
                                          <p:val>
                                            <p:strVal val="#ppt_x"/>
                                          </p:val>
                                        </p:tav>
                                      </p:tavLst>
                                    </p:anim>
                                    <p:anim calcmode="lin" valueType="num">
                                      <p:cBhvr>
                                        <p:cTn dur="1000" fill="hold" id="30"/>
                                        <p:tgtEl>
                                          <p:spTgt spid="1048646">
                                            <p:txEl>
                                              <p:charRg st="268" end="37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6" grpId="0" uiExpand="0" build="p" bldLvl="1"/>
      <p:bldP spid="1048647" grpId="0" uiExpand="0" build="whole"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68" name=""/>
        <p:cNvGrpSpPr/>
        <p:nvPr/>
      </p:nvGrpSpPr>
      <p:grpSpPr>
        <a:xfrm rot="0">
          <a:off x="0" y="0"/>
          <a:ext cx="0" cy="0"/>
          <a:chOff x="0" y="0"/>
          <a:chExt cx="0" cy="0"/>
        </a:xfrm>
      </p:grpSpPr>
      <p:sp>
        <p:nvSpPr>
          <p:cNvPr id="1048648" name=""/>
          <p:cNvSpPr/>
          <p:nvPr>
            <p:ph sz="quarter" idx="4294967295"/>
          </p:nvPr>
        </p:nvSpPr>
        <p:spPr>
          <a:xfrm rot="0">
            <a:off x="609600" y="2020887"/>
            <a:ext cx="10972800" cy="407511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r>
              <a:rPr altLang="en-US" sz="2000" lang="id-ID"/>
              <a:t>Kelebihan dan kekurangan sinyal </a:t>
            </a:r>
            <a:r>
              <a:rPr altLang="en-US" sz="2000" lang="id-ID"/>
              <a:t>analog</a:t>
            </a:r>
          </a:p>
          <a:p>
            <a:pPr eaLnBrk="1" hangingPunct="1" indent="0" latinLnBrk="1" lvl="0" marL="0"/>
            <a:r>
              <a:rPr altLang="en-US" sz="2000" lang="id-ID"/>
              <a:t>Kelebihan</a:t>
            </a:r>
          </a:p>
          <a:p>
            <a:pPr eaLnBrk="1" hangingPunct="1" indent="0" latinLnBrk="1" lvl="0" marL="0">
              <a:buFont typeface="Wingdings" pitchFamily="2" charset="2"/>
              <a:buChar char="v"/>
            </a:pPr>
            <a:r>
              <a:rPr altLang="en-US" sz="2000" lang="id-ID"/>
              <a:t>Memiliki resolusi sinyal yang tak terbatas</a:t>
            </a:r>
          </a:p>
          <a:p>
            <a:pPr eaLnBrk="1" hangingPunct="1" indent="0" latinLnBrk="1" lvl="0" marL="0">
              <a:buFont typeface="Wingdings" pitchFamily="2" charset="2"/>
              <a:buChar char="v"/>
            </a:pPr>
            <a:r>
              <a:rPr altLang="en-US" sz="2000" lang="id-ID"/>
              <a:t>Memiliki kepadatan yang tinggi</a:t>
            </a:r>
          </a:p>
          <a:p>
            <a:pPr eaLnBrk="1" hangingPunct="1" indent="0" latinLnBrk="1" lvl="0" marL="0">
              <a:buFont typeface="Wingdings" pitchFamily="2" charset="2"/>
              <a:buChar char="v"/>
            </a:pPr>
            <a:r>
              <a:rPr altLang="en-US" sz="2000" lang="id-ID"/>
              <a:t>Memiliki pengolahan yang lebid sederhana</a:t>
            </a:r>
          </a:p>
          <a:p>
            <a:pPr eaLnBrk="1" hangingPunct="1" indent="0" latinLnBrk="1" lvl="0" marL="0">
              <a:buFont typeface="Wingdings" pitchFamily="2" charset="2"/>
              <a:buChar char="v"/>
            </a:pPr>
            <a:r>
              <a:rPr altLang="en-US" sz="2000" lang="id-ID"/>
              <a:t>Secara langsung dapat diproses secaea komponen analog </a:t>
            </a:r>
          </a:p>
          <a:p>
            <a:pPr eaLnBrk="1" hangingPunct="1" indent="0" latinLnBrk="1" lvl="0" marL="0"/>
            <a:endParaRPr altLang="en-US" sz="2000" lang="en-US"/>
          </a:p>
        </p:txBody>
      </p:sp>
      <p:sp>
        <p:nvSpPr>
          <p:cNvPr id="1048649" name=""/>
          <p:cNvSpPr/>
          <p:nvPr>
            <p:ph type="title" sz="full" idx="7"/>
          </p:nvPr>
        </p:nvSpPr>
        <p:spPr>
          <a:xfrm rot="0">
            <a:off x="3352800" y="974725"/>
            <a:ext cx="5486400" cy="7016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r>
              <a:rPr altLang="en-US" lang="id-ID"/>
              <a:t>KOMUNIKASI ANALOG DAN DIGITAL</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48">
                                            <p:txEl>
                                              <p:charRg st="0" end="39"/>
                                            </p:txEl>
                                          </p:spTgt>
                                        </p:tgtEl>
                                        <p:attrNameLst>
                                          <p:attrName>style.visibility</p:attrName>
                                        </p:attrNameLst>
                                      </p:cBhvr>
                                      <p:to>
                                        <p:strVal val="visible"/>
                                      </p:to>
                                    </p:set>
                                    <p:anim calcmode="lin" valueType="num">
                                      <p:cBhvr additive="base">
                                        <p:cTn dur="500" fill="hold" id="7"/>
                                        <p:tgtEl>
                                          <p:spTgt spid="1048648">
                                            <p:txEl>
                                              <p:charRg st="0" end="39"/>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48">
                                            <p:txEl>
                                              <p:charRg st="0" end="39"/>
                                            </p:txEl>
                                          </p:spTgt>
                                        </p:tgtEl>
                                        <p:attrNameLst>
                                          <p:attrName>ppt_y</p:attrName>
                                        </p:attrNameLst>
                                      </p:cBhvr>
                                      <p:tavLst>
                                        <p:tav tm="0">
                                          <p:val>
                                            <p:strVal val="1+#ppt_h/2"/>
                                          </p:val>
                                        </p:tav>
                                        <p:tav tm="100000">
                                          <p:val>
                                            <p:strVal val="#ppt_y"/>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48">
                                            <p:txEl>
                                              <p:charRg st="39" end="49"/>
                                            </p:txEl>
                                          </p:spTgt>
                                        </p:tgtEl>
                                        <p:attrNameLst>
                                          <p:attrName>style.visibility</p:attrName>
                                        </p:attrNameLst>
                                      </p:cBhvr>
                                      <p:to>
                                        <p:strVal val="visible"/>
                                      </p:to>
                                    </p:set>
                                    <p:anim calcmode="lin" valueType="num">
                                      <p:cBhvr additive="base">
                                        <p:cTn dur="500" fill="hold" id="13"/>
                                        <p:tgtEl>
                                          <p:spTgt spid="1048648">
                                            <p:txEl>
                                              <p:charRg st="39" end="49"/>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48">
                                            <p:txEl>
                                              <p:charRg st="39" end="49"/>
                                            </p:txEl>
                                          </p:spTgt>
                                        </p:tgtEl>
                                        <p:attrNameLst>
                                          <p:attrName>ppt_y</p:attrName>
                                        </p:attrNameLst>
                                      </p:cBhvr>
                                      <p:tavLst>
                                        <p:tav tm="0">
                                          <p:val>
                                            <p:strVal val="1+#ppt_h/2"/>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48">
                                            <p:txEl>
                                              <p:charRg st="49" end="92"/>
                                            </p:txEl>
                                          </p:spTgt>
                                        </p:tgtEl>
                                        <p:attrNameLst>
                                          <p:attrName>style.visibility</p:attrName>
                                        </p:attrNameLst>
                                      </p:cBhvr>
                                      <p:to>
                                        <p:strVal val="visible"/>
                                      </p:to>
                                    </p:set>
                                    <p:anim calcmode="lin" valueType="num">
                                      <p:cBhvr additive="base">
                                        <p:cTn dur="500" fill="hold" id="19"/>
                                        <p:tgtEl>
                                          <p:spTgt spid="1048648">
                                            <p:txEl>
                                              <p:charRg st="49" end="9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48">
                                            <p:txEl>
                                              <p:charRg st="49" end="9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648">
                                            <p:txEl>
                                              <p:charRg st="92" end="123"/>
                                            </p:txEl>
                                          </p:spTgt>
                                        </p:tgtEl>
                                        <p:attrNameLst>
                                          <p:attrName>style.visibility</p:attrName>
                                        </p:attrNameLst>
                                      </p:cBhvr>
                                      <p:to>
                                        <p:strVal val="visible"/>
                                      </p:to>
                                    </p:set>
                                    <p:anim calcmode="lin" valueType="num">
                                      <p:cBhvr additive="base">
                                        <p:cTn dur="500" fill="hold" id="25"/>
                                        <p:tgtEl>
                                          <p:spTgt spid="1048648">
                                            <p:txEl>
                                              <p:charRg st="92" end="123"/>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48">
                                            <p:txEl>
                                              <p:charRg st="92" end="123"/>
                                            </p:txEl>
                                          </p:spTgt>
                                        </p:tgtEl>
                                        <p:attrNameLst>
                                          <p:attrName>ppt_y</p:attrName>
                                        </p:attrNameLst>
                                      </p:cBhvr>
                                      <p:tavLst>
                                        <p:tav tm="0">
                                          <p:val>
                                            <p:strVal val="1+#ppt_h/2"/>
                                          </p:val>
                                        </p:tav>
                                        <p:tav tm="100000">
                                          <p:val>
                                            <p:strVal val="#ppt_y"/>
                                          </p:val>
                                        </p:tav>
                                      </p:tavLst>
                                    </p:anim>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2" presetSubtype="4">
                                  <p:stCondLst>
                                    <p:cond delay="0"/>
                                  </p:stCondLst>
                                  <p:childTnLst>
                                    <p:set>
                                      <p:cBhvr>
                                        <p:cTn dur="1" fill="hold" id="30">
                                          <p:stCondLst>
                                            <p:cond delay="0"/>
                                          </p:stCondLst>
                                        </p:cTn>
                                        <p:tgtEl>
                                          <p:spTgt spid="1048648">
                                            <p:txEl>
                                              <p:charRg st="123" end="164"/>
                                            </p:txEl>
                                          </p:spTgt>
                                        </p:tgtEl>
                                        <p:attrNameLst>
                                          <p:attrName>style.visibility</p:attrName>
                                        </p:attrNameLst>
                                      </p:cBhvr>
                                      <p:to>
                                        <p:strVal val="visible"/>
                                      </p:to>
                                    </p:set>
                                    <p:anim calcmode="lin" valueType="num">
                                      <p:cBhvr additive="base">
                                        <p:cTn dur="500" fill="hold" id="31"/>
                                        <p:tgtEl>
                                          <p:spTgt spid="1048648">
                                            <p:txEl>
                                              <p:charRg st="123" end="164"/>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48">
                                            <p:txEl>
                                              <p:charRg st="123" end="164"/>
                                            </p:txEl>
                                          </p:spTgt>
                                        </p:tgtEl>
                                        <p:attrNameLst>
                                          <p:attrName>ppt_y</p:attrName>
                                        </p:attrNameLst>
                                      </p:cBhvr>
                                      <p:tavLst>
                                        <p:tav tm="0">
                                          <p:val>
                                            <p:strVal val="1+#ppt_h/2"/>
                                          </p:val>
                                        </p:tav>
                                        <p:tav tm="100000">
                                          <p:val>
                                            <p:strVal val="#ppt_y"/>
                                          </p:val>
                                        </p:tav>
                                      </p:tavLst>
                                    </p:anim>
                                  </p:childTnLst>
                                </p:cTn>
                              </p:par>
                            </p:childTnLst>
                          </p:cTn>
                        </p:par>
                      </p:childTnLst>
                    </p:cTn>
                  </p:par>
                  <p:par>
                    <p:cTn fill="hold" id="33" nodeType="clickPar">
                      <p:stCondLst>
                        <p:cond delay="indefinite"/>
                      </p:stCondLst>
                      <p:childTnLst>
                        <p:par>
                          <p:cTn fill="hold" id="34" nodeType="withGroup">
                            <p:stCondLst>
                              <p:cond delay="0"/>
                            </p:stCondLst>
                            <p:childTnLst>
                              <p:par>
                                <p:cTn fill="hold" grpId="0" id="35" nodeType="clickEffect" presetClass="entr" presetID="2" presetSubtype="4">
                                  <p:stCondLst>
                                    <p:cond delay="0"/>
                                  </p:stCondLst>
                                  <p:childTnLst>
                                    <p:set>
                                      <p:cBhvr>
                                        <p:cTn dur="1" fill="hold" id="36">
                                          <p:stCondLst>
                                            <p:cond delay="0"/>
                                          </p:stCondLst>
                                        </p:cTn>
                                        <p:tgtEl>
                                          <p:spTgt spid="1048648">
                                            <p:txEl>
                                              <p:charRg st="164" end="219"/>
                                            </p:txEl>
                                          </p:spTgt>
                                        </p:tgtEl>
                                        <p:attrNameLst>
                                          <p:attrName>style.visibility</p:attrName>
                                        </p:attrNameLst>
                                      </p:cBhvr>
                                      <p:to>
                                        <p:strVal val="visible"/>
                                      </p:to>
                                    </p:set>
                                    <p:anim calcmode="lin" valueType="num">
                                      <p:cBhvr additive="base">
                                        <p:cTn dur="500" fill="hold" id="37"/>
                                        <p:tgtEl>
                                          <p:spTgt spid="1048648">
                                            <p:txEl>
                                              <p:charRg st="164" end="219"/>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648">
                                            <p:txEl>
                                              <p:charRg st="164" end="2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8" grpId="0" uiExpand="0" build="p" bldLvl="1"/>
    </p:bldLst>
  </p:timing>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69" name=""/>
        <p:cNvGrpSpPr/>
        <p:nvPr/>
      </p:nvGrpSpPr>
      <p:grpSpPr>
        <a:xfrm rot="0">
          <a:off x="0" y="0"/>
          <a:ext cx="0" cy="0"/>
          <a:chOff x="0" y="0"/>
          <a:chExt cx="0" cy="0"/>
        </a:xfrm>
      </p:grpSpPr>
      <p:sp>
        <p:nvSpPr>
          <p:cNvPr id="1048650" name=""/>
          <p:cNvSpPr/>
          <p:nvPr>
            <p:ph sz="quarter" idx="4294967295"/>
          </p:nvPr>
        </p:nvSpPr>
        <p:spPr>
          <a:xfrm rot="0">
            <a:off x="1390650" y="2170112"/>
            <a:ext cx="9037638" cy="3509962"/>
          </a:xfrm>
          <a:prstGeom prst="rect"/>
          <a:noFill/>
          <a:ln>
            <a:noFill/>
          </a:ln>
        </p:spPr>
        <p:txBody>
          <a:bodyPr anchor="t" bIns="45720" lIns="91440" rIns="91440" tIns="45720" vert="horz"/>
          <a:lstStyle>
            <a:lvl1pPr>
              <a:defRPr sz="1600"/>
            </a:lvl1pPr>
            <a:lvl2pPr>
              <a:defRPr sz="1400"/>
            </a:lvl2pPr>
            <a:lvl3pPr>
              <a:defRPr sz="1200"/>
            </a:lvl3pPr>
            <a:lvl4pPr>
              <a:defRPr sz="1000"/>
            </a:lvl4pPr>
            <a:lvl5pPr>
              <a:defRPr sz="1000"/>
            </a:lvl5pPr>
          </a:lstStyle>
          <a:p>
            <a:pPr eaLnBrk="1" hangingPunct="1" indent="0" latinLnBrk="1" lvl="0" marL="0">
              <a:buFontTx/>
              <a:buChar char="•"/>
            </a:pPr>
            <a:r>
              <a:rPr altLang="en-US" sz="2000" lang="id-ID"/>
              <a:t>Kekurangan</a:t>
            </a:r>
          </a:p>
          <a:p>
            <a:pPr eaLnBrk="1" hangingPunct="1" indent="0" latinLnBrk="1" lvl="0" marL="0">
              <a:buFont typeface="Garamond" pitchFamily="18" charset="0"/>
              <a:buAutoNum type="arabicPeriod" startAt="1"/>
            </a:pPr>
            <a:r>
              <a:rPr altLang="en-US" sz="2000" lang="id-ID"/>
              <a:t>Pengiriman sinyal agak lambat.</a:t>
            </a:r>
          </a:p>
          <a:p>
            <a:pPr eaLnBrk="1" hangingPunct="1" indent="0" latinLnBrk="1" lvl="0" marL="0">
              <a:buFont typeface="Garamond" pitchFamily="18" charset="0"/>
              <a:buAutoNum type="arabicPeriod" startAt="1"/>
            </a:pPr>
            <a:r>
              <a:rPr altLang="en-US" sz="2000" lang="id-ID"/>
              <a:t>Sering terjadi eror</a:t>
            </a:r>
          </a:p>
          <a:p>
            <a:pPr eaLnBrk="1" hangingPunct="1" indent="0" latinLnBrk="1" lvl="0" marL="0">
              <a:buFont typeface="Garamond" pitchFamily="18" charset="0"/>
              <a:buAutoNum type="arabicPeriod" startAt="1"/>
            </a:pPr>
            <a:r>
              <a:rPr altLang="en-US" sz="2000" lang="id-ID"/>
              <a:t>Tidak dapat mengukur sesuatu dengan teliti</a:t>
            </a:r>
          </a:p>
          <a:p>
            <a:pPr eaLnBrk="1" hangingPunct="1" indent="0" latinLnBrk="1" lvl="0" marL="0">
              <a:buFont typeface="Garamond" pitchFamily="18" charset="0"/>
              <a:buAutoNum type="arabicPeriod" startAt="1"/>
            </a:pPr>
            <a:r>
              <a:rPr altLang="en-US" sz="2000" lang="id-ID"/>
              <a:t>Memiliki kemampuan tidak konsisten</a:t>
            </a:r>
          </a:p>
          <a:p>
            <a:pPr eaLnBrk="1" hangingPunct="1" indent="0" latinLnBrk="1" lvl="0" marL="0"/>
            <a:endParaRPr altLang="en-US" sz="2000" lang="en-US"/>
          </a:p>
        </p:txBody>
      </p:sp>
      <p:sp>
        <p:nvSpPr>
          <p:cNvPr id="1048651" name=""/>
          <p:cNvSpPr/>
          <p:nvPr>
            <p:ph type="title" sz="full" idx="7"/>
          </p:nvPr>
        </p:nvSpPr>
        <p:spPr>
          <a:xfrm rot="0">
            <a:off x="3352800" y="974725"/>
            <a:ext cx="5486400" cy="701675"/>
          </a:xfrm>
          <a:prstGeom prst="rect"/>
          <a:solidFill>
            <a:schemeClr val="dk1"/>
          </a:solidFill>
          <a:ln w="76200" cap="flat" cmpd="thinThick">
            <a:solidFill>
              <a:schemeClr val="dk1">
                <a:alpha val="100000"/>
              </a:schemeClr>
            </a:solidFill>
            <a:prstDash val="solid"/>
            <a:round/>
          </a:ln>
        </p:spPr>
        <p:txBody>
          <a:bodyPr anchor="ctr" bIns="45720" lIns="91440" rIns="91440" tIns="45720" vert="horz"/>
          <a:lstStyle>
            <a:lvl1pPr algn="ctr" fontAlgn="base" indent="0" latinLnBrk="1" marL="0" rtl="0">
              <a:lnSpc>
                <a:spcPct val="100000"/>
              </a:lnSpc>
              <a:spcBef>
                <a:spcPts val="400"/>
              </a:spcBef>
              <a:spcAft>
                <a:spcPct val="0"/>
              </a:spcAft>
              <a:buFontTx/>
              <a:buNone/>
              <a:defRPr baseline="0" b="1" sz="1800" i="0" u="none">
                <a:solidFill>
                  <a:srgbClr val="404040"/>
                </a:solidFill>
                <a:latin typeface="Garamond" pitchFamily="18" charset="0"/>
                <a:ea typeface="Tunga" pitchFamily="0" charset="1"/>
                <a:sym typeface="Arial" pitchFamily="34" charset="0"/>
              </a:defRPr>
            </a:lvl1pPr>
          </a:lstStyle>
          <a:p>
            <a:pPr eaLnBrk="1" hangingPunct="1" latinLnBrk="1" lvl="0"/>
            <a:r>
              <a:rPr altLang="en-US" lang="id-ID"/>
              <a:t>KOMUNIKASI ANALOG DAN DIGITAL</a:t>
            </a:r>
          </a:p>
        </p:txBody>
      </p:sp>
    </p:spTree>
  </p:cSld>
  <p:clrMapOvr>
    <a:masterClrMapping/>
  </p:clrMapOvr>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50">
                                            <p:txEl>
                                              <p:charRg st="0" end="11"/>
                                            </p:txEl>
                                          </p:spTgt>
                                        </p:tgtEl>
                                        <p:attrNameLst>
                                          <p:attrName>style.visibility</p:attrName>
                                        </p:attrNameLst>
                                      </p:cBhvr>
                                      <p:to>
                                        <p:strVal val="visible"/>
                                      </p:to>
                                    </p:set>
                                    <p:animEffect transition="in" filter="fade">
                                      <p:cBhvr>
                                        <p:cTn dur="1000" id="7"/>
                                        <p:tgtEl>
                                          <p:spTgt spid="1048650">
                                            <p:txEl>
                                              <p:charRg st="0" end="11"/>
                                            </p:txEl>
                                          </p:spTgt>
                                        </p:tgtEl>
                                      </p:cBhvr>
                                    </p:animEffect>
                                    <p:anim calcmode="lin" valueType="num">
                                      <p:cBhvr>
                                        <p:cTn dur="1000" fill="hold" id="8"/>
                                        <p:tgtEl>
                                          <p:spTgt spid="1048650">
                                            <p:txEl>
                                              <p:charRg st="0" end="11"/>
                                            </p:txEl>
                                          </p:spTgt>
                                        </p:tgtEl>
                                        <p:attrNameLst>
                                          <p:attrName>ppt_x</p:attrName>
                                        </p:attrNameLst>
                                      </p:cBhvr>
                                      <p:tavLst>
                                        <p:tav tm="0">
                                          <p:val>
                                            <p:strVal val="#ppt_x"/>
                                          </p:val>
                                        </p:tav>
                                        <p:tav tm="100000">
                                          <p:val>
                                            <p:strVal val="#ppt_x"/>
                                          </p:val>
                                        </p:tav>
                                      </p:tavLst>
                                    </p:anim>
                                    <p:anim calcmode="lin" valueType="num">
                                      <p:cBhvr>
                                        <p:cTn dur="1000" fill="hold" id="9"/>
                                        <p:tgtEl>
                                          <p:spTgt spid="1048650">
                                            <p:txEl>
                                              <p:charRg st="0" end="11"/>
                                            </p:txEl>
                                          </p:spTgt>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1048650">
                                            <p:txEl>
                                              <p:charRg st="11" end="42"/>
                                            </p:txEl>
                                          </p:spTgt>
                                        </p:tgtEl>
                                        <p:attrNameLst>
                                          <p:attrName>style.visibility</p:attrName>
                                        </p:attrNameLst>
                                      </p:cBhvr>
                                      <p:to>
                                        <p:strVal val="visible"/>
                                      </p:to>
                                    </p:set>
                                    <p:animEffect transition="in" filter="fade">
                                      <p:cBhvr>
                                        <p:cTn dur="1000" id="14"/>
                                        <p:tgtEl>
                                          <p:spTgt spid="1048650">
                                            <p:txEl>
                                              <p:charRg st="11" end="42"/>
                                            </p:txEl>
                                          </p:spTgt>
                                        </p:tgtEl>
                                      </p:cBhvr>
                                    </p:animEffect>
                                    <p:anim calcmode="lin" valueType="num">
                                      <p:cBhvr>
                                        <p:cTn dur="1000" fill="hold" id="15"/>
                                        <p:tgtEl>
                                          <p:spTgt spid="1048650">
                                            <p:txEl>
                                              <p:charRg st="11" end="42"/>
                                            </p:txEl>
                                          </p:spTgt>
                                        </p:tgtEl>
                                        <p:attrNameLst>
                                          <p:attrName>ppt_x</p:attrName>
                                        </p:attrNameLst>
                                      </p:cBhvr>
                                      <p:tavLst>
                                        <p:tav tm="0">
                                          <p:val>
                                            <p:strVal val="#ppt_x"/>
                                          </p:val>
                                        </p:tav>
                                        <p:tav tm="100000">
                                          <p:val>
                                            <p:strVal val="#ppt_x"/>
                                          </p:val>
                                        </p:tav>
                                      </p:tavLst>
                                    </p:anim>
                                    <p:anim calcmode="lin" valueType="num">
                                      <p:cBhvr>
                                        <p:cTn dur="1000" fill="hold" id="16"/>
                                        <p:tgtEl>
                                          <p:spTgt spid="1048650">
                                            <p:txEl>
                                              <p:charRg st="11" end="42"/>
                                            </p:txEl>
                                          </p:spTgt>
                                        </p:tgtEl>
                                        <p:attrNameLst>
                                          <p:attrName>ppt_y</p:attrName>
                                        </p:attrNameLst>
                                      </p:cBhvr>
                                      <p:tavLst>
                                        <p:tav tm="0">
                                          <p:val>
                                            <p:strVal val="#ppt_y+.1"/>
                                          </p:val>
                                        </p:tav>
                                        <p:tav tm="100000">
                                          <p:val>
                                            <p:strVal val="#ppt_y"/>
                                          </p:val>
                                        </p:tav>
                                      </p:tavLst>
                                    </p:anim>
                                  </p:childTnLst>
                                </p:cTn>
                              </p:par>
                            </p:childTnLst>
                          </p:cTn>
                        </p:par>
                      </p:childTnLst>
                    </p:cTn>
                  </p:par>
                  <p:par>
                    <p:cTn fill="hold" id="17" nodeType="clickPar">
                      <p:stCondLst>
                        <p:cond delay="indefinite"/>
                      </p:stCondLst>
                      <p:childTnLst>
                        <p:par>
                          <p:cTn fill="hold" id="18" nodeType="withGroup">
                            <p:stCondLst>
                              <p:cond delay="0"/>
                            </p:stCondLst>
                            <p:childTnLst>
                              <p:par>
                                <p:cTn fill="hold" grpId="0" id="19" nodeType="clickEffect" presetClass="entr" presetID="42" presetSubtype="0">
                                  <p:stCondLst>
                                    <p:cond delay="0"/>
                                  </p:stCondLst>
                                  <p:childTnLst>
                                    <p:set>
                                      <p:cBhvr>
                                        <p:cTn dur="1" fill="hold" id="20">
                                          <p:stCondLst>
                                            <p:cond delay="0"/>
                                          </p:stCondLst>
                                        </p:cTn>
                                        <p:tgtEl>
                                          <p:spTgt spid="1048650">
                                            <p:txEl>
                                              <p:charRg st="42" end="62"/>
                                            </p:txEl>
                                          </p:spTgt>
                                        </p:tgtEl>
                                        <p:attrNameLst>
                                          <p:attrName>style.visibility</p:attrName>
                                        </p:attrNameLst>
                                      </p:cBhvr>
                                      <p:to>
                                        <p:strVal val="visible"/>
                                      </p:to>
                                    </p:set>
                                    <p:animEffect transition="in" filter="fade">
                                      <p:cBhvr>
                                        <p:cTn dur="1000" id="21"/>
                                        <p:tgtEl>
                                          <p:spTgt spid="1048650">
                                            <p:txEl>
                                              <p:charRg st="42" end="62"/>
                                            </p:txEl>
                                          </p:spTgt>
                                        </p:tgtEl>
                                      </p:cBhvr>
                                    </p:animEffect>
                                    <p:anim calcmode="lin" valueType="num">
                                      <p:cBhvr>
                                        <p:cTn dur="1000" fill="hold" id="22"/>
                                        <p:tgtEl>
                                          <p:spTgt spid="1048650">
                                            <p:txEl>
                                              <p:charRg st="42" end="62"/>
                                            </p:txEl>
                                          </p:spTgt>
                                        </p:tgtEl>
                                        <p:attrNameLst>
                                          <p:attrName>ppt_x</p:attrName>
                                        </p:attrNameLst>
                                      </p:cBhvr>
                                      <p:tavLst>
                                        <p:tav tm="0">
                                          <p:val>
                                            <p:strVal val="#ppt_x"/>
                                          </p:val>
                                        </p:tav>
                                        <p:tav tm="100000">
                                          <p:val>
                                            <p:strVal val="#ppt_x"/>
                                          </p:val>
                                        </p:tav>
                                      </p:tavLst>
                                    </p:anim>
                                    <p:anim calcmode="lin" valueType="num">
                                      <p:cBhvr>
                                        <p:cTn dur="1000" fill="hold" id="23"/>
                                        <p:tgtEl>
                                          <p:spTgt spid="1048650">
                                            <p:txEl>
                                              <p:charRg st="42" end="62"/>
                                            </p:txEl>
                                          </p:spTgt>
                                        </p:tgtEl>
                                        <p:attrNameLst>
                                          <p:attrName>ppt_y</p:attrName>
                                        </p:attrNameLst>
                                      </p:cBhvr>
                                      <p:tavLst>
                                        <p:tav tm="0">
                                          <p:val>
                                            <p:strVal val="#ppt_y+.1"/>
                                          </p:val>
                                        </p:tav>
                                        <p:tav tm="100000">
                                          <p:val>
                                            <p:strVal val="#ppt_y"/>
                                          </p:val>
                                        </p:tav>
                                      </p:tavLst>
                                    </p:anim>
                                  </p:childTnLst>
                                </p:cTn>
                              </p:par>
                            </p:childTnLst>
                          </p:cTn>
                        </p:par>
                      </p:childTnLst>
                    </p:cTn>
                  </p:par>
                  <p:par>
                    <p:cTn fill="hold" id="24" nodeType="clickPar">
                      <p:stCondLst>
                        <p:cond delay="indefinite"/>
                      </p:stCondLst>
                      <p:childTnLst>
                        <p:par>
                          <p:cTn fill="hold" id="25" nodeType="withGroup">
                            <p:stCondLst>
                              <p:cond delay="0"/>
                            </p:stCondLst>
                            <p:childTnLst>
                              <p:par>
                                <p:cTn fill="hold" grpId="0" id="26" nodeType="clickEffect" presetClass="entr" presetID="42" presetSubtype="0">
                                  <p:stCondLst>
                                    <p:cond delay="0"/>
                                  </p:stCondLst>
                                  <p:childTnLst>
                                    <p:set>
                                      <p:cBhvr>
                                        <p:cTn dur="1" fill="hold" id="27">
                                          <p:stCondLst>
                                            <p:cond delay="0"/>
                                          </p:stCondLst>
                                        </p:cTn>
                                        <p:tgtEl>
                                          <p:spTgt spid="1048650">
                                            <p:txEl>
                                              <p:charRg st="62" end="105"/>
                                            </p:txEl>
                                          </p:spTgt>
                                        </p:tgtEl>
                                        <p:attrNameLst>
                                          <p:attrName>style.visibility</p:attrName>
                                        </p:attrNameLst>
                                      </p:cBhvr>
                                      <p:to>
                                        <p:strVal val="visible"/>
                                      </p:to>
                                    </p:set>
                                    <p:animEffect transition="in" filter="fade">
                                      <p:cBhvr>
                                        <p:cTn dur="1000" id="28"/>
                                        <p:tgtEl>
                                          <p:spTgt spid="1048650">
                                            <p:txEl>
                                              <p:charRg st="62" end="105"/>
                                            </p:txEl>
                                          </p:spTgt>
                                        </p:tgtEl>
                                      </p:cBhvr>
                                    </p:animEffect>
                                    <p:anim calcmode="lin" valueType="num">
                                      <p:cBhvr>
                                        <p:cTn dur="1000" fill="hold" id="29"/>
                                        <p:tgtEl>
                                          <p:spTgt spid="1048650">
                                            <p:txEl>
                                              <p:charRg st="62" end="105"/>
                                            </p:txEl>
                                          </p:spTgt>
                                        </p:tgtEl>
                                        <p:attrNameLst>
                                          <p:attrName>ppt_x</p:attrName>
                                        </p:attrNameLst>
                                      </p:cBhvr>
                                      <p:tavLst>
                                        <p:tav tm="0">
                                          <p:val>
                                            <p:strVal val="#ppt_x"/>
                                          </p:val>
                                        </p:tav>
                                        <p:tav tm="100000">
                                          <p:val>
                                            <p:strVal val="#ppt_x"/>
                                          </p:val>
                                        </p:tav>
                                      </p:tavLst>
                                    </p:anim>
                                    <p:anim calcmode="lin" valueType="num">
                                      <p:cBhvr>
                                        <p:cTn dur="1000" fill="hold" id="30"/>
                                        <p:tgtEl>
                                          <p:spTgt spid="1048650">
                                            <p:txEl>
                                              <p:charRg st="62" end="105"/>
                                            </p:txEl>
                                          </p:spTgt>
                                        </p:tgtEl>
                                        <p:attrNameLst>
                                          <p:attrName>ppt_y</p:attrName>
                                        </p:attrNameLst>
                                      </p:cBhvr>
                                      <p:tavLst>
                                        <p:tav tm="0">
                                          <p:val>
                                            <p:strVal val="#ppt_y+.1"/>
                                          </p:val>
                                        </p:tav>
                                        <p:tav tm="100000">
                                          <p:val>
                                            <p:strVal val="#ppt_y"/>
                                          </p:val>
                                        </p:tav>
                                      </p:tavLst>
                                    </p:anim>
                                  </p:childTnLst>
                                </p:cTn>
                              </p:par>
                            </p:childTnLst>
                          </p:cTn>
                        </p:par>
                      </p:childTnLst>
                    </p:cTn>
                  </p:par>
                  <p:par>
                    <p:cTn fill="hold" id="31" nodeType="clickPar">
                      <p:stCondLst>
                        <p:cond delay="indefinite"/>
                      </p:stCondLst>
                      <p:childTnLst>
                        <p:par>
                          <p:cTn fill="hold" id="32" nodeType="withGroup">
                            <p:stCondLst>
                              <p:cond delay="0"/>
                            </p:stCondLst>
                            <p:childTnLst>
                              <p:par>
                                <p:cTn fill="hold" grpId="0" id="33" nodeType="clickEffect" presetClass="entr" presetID="42" presetSubtype="0">
                                  <p:stCondLst>
                                    <p:cond delay="0"/>
                                  </p:stCondLst>
                                  <p:childTnLst>
                                    <p:set>
                                      <p:cBhvr>
                                        <p:cTn dur="1" fill="hold" id="34">
                                          <p:stCondLst>
                                            <p:cond delay="0"/>
                                          </p:stCondLst>
                                        </p:cTn>
                                        <p:tgtEl>
                                          <p:spTgt spid="1048650">
                                            <p:txEl>
                                              <p:charRg st="105" end="140"/>
                                            </p:txEl>
                                          </p:spTgt>
                                        </p:tgtEl>
                                        <p:attrNameLst>
                                          <p:attrName>style.visibility</p:attrName>
                                        </p:attrNameLst>
                                      </p:cBhvr>
                                      <p:to>
                                        <p:strVal val="visible"/>
                                      </p:to>
                                    </p:set>
                                    <p:animEffect transition="in" filter="fade">
                                      <p:cBhvr>
                                        <p:cTn dur="1000" id="35"/>
                                        <p:tgtEl>
                                          <p:spTgt spid="1048650">
                                            <p:txEl>
                                              <p:charRg st="105" end="140"/>
                                            </p:txEl>
                                          </p:spTgt>
                                        </p:tgtEl>
                                      </p:cBhvr>
                                    </p:animEffect>
                                    <p:anim calcmode="lin" valueType="num">
                                      <p:cBhvr>
                                        <p:cTn dur="1000" fill="hold" id="36"/>
                                        <p:tgtEl>
                                          <p:spTgt spid="1048650">
                                            <p:txEl>
                                              <p:charRg st="105" end="140"/>
                                            </p:txEl>
                                          </p:spTgt>
                                        </p:tgtEl>
                                        <p:attrNameLst>
                                          <p:attrName>ppt_x</p:attrName>
                                        </p:attrNameLst>
                                      </p:cBhvr>
                                      <p:tavLst>
                                        <p:tav tm="0">
                                          <p:val>
                                            <p:strVal val="#ppt_x"/>
                                          </p:val>
                                        </p:tav>
                                        <p:tav tm="100000">
                                          <p:val>
                                            <p:strVal val="#ppt_x"/>
                                          </p:val>
                                        </p:tav>
                                      </p:tavLst>
                                    </p:anim>
                                    <p:anim calcmode="lin" valueType="num">
                                      <p:cBhvr>
                                        <p:cTn dur="1000" fill="hold" id="37"/>
                                        <p:tgtEl>
                                          <p:spTgt spid="1048650">
                                            <p:txEl>
                                              <p:charRg st="105" end="14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0" grpId="0" uiExpand="0" build="p" bldLvl="1"/>
    </p:bldLst>
  </p:timing>
</p:sld>
</file>

<file path=ppt/theme/theme1.xml><?xml version="1.0" encoding="utf-8"?>
<a:theme xmlns:a="http://schemas.openxmlformats.org/drawingml/2006/main" name="Office 主题">
  <a:themeElements>
    <a:clrScheme name="Default Color Scheme">
      <a:dk1>
        <a:srgbClr val="FFFFFF"/>
      </a:dk1>
      <a:lt1>
        <a:srgbClr val="000000"/>
      </a:lt1>
      <a:dk2>
        <a:srgbClr val="46464A"/>
      </a:dk2>
      <a:lt2>
        <a:srgbClr val="E3DCCF"/>
      </a:lt2>
      <a:accent1>
        <a:srgbClr val="6F6F74"/>
      </a:accent1>
      <a:accent2>
        <a:srgbClr val="A7B789"/>
      </a:accent2>
      <a:accent3>
        <a:srgbClr val="AAAAAA"/>
      </a:accent3>
      <a:accent4>
        <a:srgbClr val="DCDCDC"/>
      </a:accent4>
      <a:accent5>
        <a:srgbClr val="BBBBBD"/>
      </a:accent5>
      <a:accent6>
        <a:srgbClr val="95A47A"/>
      </a:accent6>
      <a:hlink>
        <a:srgbClr val="67AABF"/>
      </a:hlink>
      <a:folHlink>
        <a:srgbClr val="B1B5AB"/>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FFFFFF"/>
        </a:dk1>
        <a:lt1>
          <a:srgbClr val="000000"/>
        </a:lt1>
        <a:dk2>
          <a:srgbClr val="46464A"/>
        </a:dk2>
        <a:lt2>
          <a:srgbClr val="E3DCCF"/>
        </a:lt2>
        <a:accent1>
          <a:srgbClr val="6F6F74"/>
        </a:accent1>
        <a:accent2>
          <a:srgbClr val="A7B789"/>
        </a:accent2>
        <a:accent3>
          <a:srgbClr val="AAAAAA"/>
        </a:accent3>
        <a:accent4>
          <a:srgbClr val="DCDCDC"/>
        </a:accent4>
        <a:accent5>
          <a:srgbClr val="BBBBBD"/>
        </a:accent5>
        <a:accent6>
          <a:srgbClr val="95A47A"/>
        </a:accent6>
        <a:hlink>
          <a:srgbClr val="67AABF"/>
        </a:hlink>
        <a:folHlink>
          <a:srgbClr val="B1B5AB"/>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Record a Presentation</dc:title>
  <dc:creator>Orians, A.J.</dc:creator>
  <cp:lastModifiedBy>win10</cp:lastModifiedBy>
  <dcterms:created xsi:type="dcterms:W3CDTF">2020-02-29T05:14:05Z</dcterms:created>
  <dcterms:modified xsi:type="dcterms:W3CDTF">2020-02-29T05:14:05Z</dcterms:modified>
</cp:coreProperties>
</file>